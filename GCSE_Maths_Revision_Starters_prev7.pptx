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114257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4 − 7</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−2 − 4</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−2 − 4</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 + 4</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(−9)</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(−9)</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+ 9</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−5 − (−3)</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−5 − (−3)</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−5 − 3</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−9 − 4 + 10</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−9 − 4 + 10</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+ 10</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12 boxes hold 8 pens each. How many pens?</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12 + 8 = 20</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20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each?</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130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0</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22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people need cars with 5 seats each. How many cars?</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cars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£132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5</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£16.04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94 people. Tables seat 6 and cost £12 each. Find the cost.</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used.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people share 18 tickets at £12 each. Cost per person?</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4739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a:t>
            </a:r>
          </a:p>
        </p:txBody>
      </p:sp>
      <p:sp>
        <p:nvSpPr>
          <p:cNvPr id="120" name="TextBox 119"/>
          <p:cNvSpPr txBox="1"/>
          <p:nvPr/>
        </p:nvSpPr>
        <p:spPr>
          <a:xfrm>
            <a:off x="12460224" y="67025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121" name="Connector 120"/>
          <p:cNvCxnSpPr/>
          <p:nvPr/>
        </p:nvCxnSpPr>
        <p:spPr>
          <a:xfrm>
            <a:off x="12460224" y="6926579"/>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69311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8</a:t>
            </a:r>
          </a:p>
        </p:txBody>
      </p:sp>
      <p:sp>
        <p:nvSpPr>
          <p:cNvPr id="123" name="TextBox 122"/>
          <p:cNvSpPr txBox="1"/>
          <p:nvPr/>
        </p:nvSpPr>
        <p:spPr>
          <a:xfrm>
            <a:off x="12460224" y="71597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40</a:t>
            </a:r>
          </a:p>
        </p:txBody>
      </p:sp>
      <p:cxnSp>
        <p:nvCxnSpPr>
          <p:cNvPr id="124" name="Connector 123"/>
          <p:cNvCxnSpPr/>
          <p:nvPr/>
        </p:nvCxnSpPr>
        <p:spPr>
          <a:xfrm>
            <a:off x="12460224" y="7383779"/>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2460224" y="73883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6" name="Connector 125"/>
          <p:cNvCxnSpPr/>
          <p:nvPr/>
        </p:nvCxnSpPr>
        <p:spPr>
          <a:xfrm>
            <a:off x="12460224" y="7612379"/>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in ratio A:B = 2:5. Find A’s share.</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24 sweets in ratio A:B = 1:3. Find B’s share.</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24 ÷ 4 = 6</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9</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9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A:B = 2:7. B has 25 more than A. Find A.</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25 ÷ 5 = 5</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+ 5</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7</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7</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Find red.</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A:B = 3:5, total 40. How many more does B have?</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40 ÷ 8 = 5</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5 = 15</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5 = 25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+ 25 = 40</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has 40 more</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Adults:children = 5:8, total 39. How many more children?</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39 ÷ 13 = 3</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3 = 15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24</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Short:long ribbon = 3:8. Long is 35 cm longer.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A:B = 7:4. A has 42 tokens. How many tokens altogether?</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