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4 − 7</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−2 − 4</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−2 − 4</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 + 4</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(−9)</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(−9)</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+ 9</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−5 − (−3)</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−5 − (−3)</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−5 − 3</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−9 − 4 + 10</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−9 − 4 + 10</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+ 10</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12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12 + 8 = 20</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20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130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0</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22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£132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5</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£16.04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24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24 ÷ 4 = 6</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9</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9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25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25 ÷ 5 = 5</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+ 5</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7</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7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40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40 ÷ 8 = 5</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5 = 15</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5 = 25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+ 25 = 40</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40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39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39 ÷ 13 = 3</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3 = 15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24</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