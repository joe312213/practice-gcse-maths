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Worked Example Grid (Algorithm Breakdown)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 (2-Digit x 1-Digit)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 (2-Digit x 2-Digit)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 (3-Digit x 2-Digit)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Setup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Calculate: 43 x 6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Draw a 2x1 grid. Write 4 and 3 on top, 6 on the right.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2x1 blank grid with diagonal cuts]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Calculate: 34 x 12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Draw a 2x2 grid. Write 3 and 4 on top, 1 and 2 on the right.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2x2 blank grid with diagonal cuts]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Calculate: 125 x 24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Draw a 3x2 grid. Write 1, 2, 5 on top, 2 and 4 on the right.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3x2 blank grid with diagonal cuts]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Multiply single intersecting digits. Tens in top-left triangle, ones in bottom-right.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 x 6 = 18 (1 top, 8 bottom)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 x 6 = 24 (2 top, 4 bottom)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Filled grid]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Multiply single intersecting digits.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3x1=03, 4x1=04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3x2=06, 4x2=08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Filled grid]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Multiply single intersecting digits.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Top row (x2): 02, 04, 10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Bottom row (x4): 04, 08, 20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Filled grid]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Extend diagonal lines outside. Slide down tracks to add from right to left.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Grid with extended arrow paths]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Extend diagonal lines outside. Slide down tracks to add from right to left.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Grid with extended arrow paths]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Extend diagonal lines outside. Slide down tracks to add from right to left.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Grid with extended arrow paths]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40 x 6 = 240.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1: 8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2: 1 + 4 = 5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3: 2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Output matches layout: 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30 x 10 = 300.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1: 8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2: 4+0+6 = 10 (Write 0, carry 1)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3: 0+3+0 + 1 = 4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4: 0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Output matches layout: 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100 x 20 = 2000.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1: 0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2: 0+2+8 = 10 (Write 0, carry 1)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3: 1+4+0+4 + 1 = 10 (Write 0, carry 1)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4: 0+2+0 + 1 = 3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Track 5: 0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Output matches layout: 3000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Read digits around the bottom-left edge.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258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Read digits around the bottom-left edge. Drop leading zero.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408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Read digits around the bottom-left edge. Drop leading zero.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3000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 - Practice 1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Decomposed Step-by-Step Template (Complete in Booklets)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A1: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52 x 7 using the lattice method.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2x1 skeleton grid]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B1: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46 x 13 using the lattice method.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2x2 skeleton grid]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C1: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234 x 16 using the lattice method.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3x2 skeleton grid]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calculations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first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for your first calculation, then set up the second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with the correct units.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based on what the question is asking.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 the math for your second calculation. Write your final answer.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 - Practice 2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Decomposed Step-by-Step Template (Complete in Booklets)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A2: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52 x 7 using the lattice method.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2x1 skeleton grid]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B2: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46 x 13 using the lattice method.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2x2 skeleton grid]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C2: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234 x 16 using the lattice method.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3x2 skeleton grid]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calculations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first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for your first calculation, then set up the second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with the correct units.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based on what the question is asking.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 the math for your second calculation. Write your final answer.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 - Independent Matrix 1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53 x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24 x 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124 x 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62 x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35 x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215 x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71 x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42 x 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302 x 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85 x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56 x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143 x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92 x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61 x 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412 x 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47 x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73 x 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235 x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 - Independent Matrix 2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38 x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18 x 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512 x 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49 x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29 x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163 x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66 x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45 x 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271 x 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82 x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52 x 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342 x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75 x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63 x 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198 x 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93 x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81 x 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407 x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 - Independent Matrix 3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27 x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37 x 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118 x 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36 x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48 x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209 x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58 x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53 x 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315 x 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69 x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62 x 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126 x 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81 x 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74 x 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432 x 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94 x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85 x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254 x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1: Lattice Multiplication - Independent Matrix 4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44 x 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23 x 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105 x 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55 x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31 x 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221 x 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61 x 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44 x 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304 x 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72 x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51 x 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415 x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83 x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62 x 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132 x 72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91 x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75 x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281 x 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Worked Example Grid (Algorithm Breakdown)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 (No Carries)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 (Carries &amp; Remainders)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 (Carries to Decimals)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Setup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Calculate: 63 / 3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divisor outside, dividend inside with explicit layout spacing.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3 ) 6 3]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Calculate: 145 / 6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divisor outside, dividend inside with explicit layout spacing.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6 ) 1 4 5]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Calculate: 93 / 4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divisor outside, dividend inside. Append .00 for track decimal placeholders.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4 ) 9 3 . 0 0]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3s in 6? 2.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2 on top. No remainder.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6s in 1? 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0 on top. Carry the 1 to make 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4s in 9? 2.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2 on top. Remainder 1. Carry 1 to make 13.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3s in 3? 1.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1 on top.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Completed short division 21]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6s in 14? 2 r 2. Carry 2 to make 25.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6s in 25? 4 r 1.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Completed division with remainder]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4s in 13? 3 r 1. Carry 1 past decimal to make 10.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4s in 10? 2 r 2. Carry 2 to make 20.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How many 4s in 20? 5.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Completed decimal short division]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60 / 3 = 20.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Math result 21 is highly reasonable.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120 / 6 = 20.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Math result 24 r 1 is highly reasonable.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100 / 4 = 25.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Math result 23.25 is highly reasonable.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24 r 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23.25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 - Practice 1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Decomposed Step-by-Step Template (Complete in Booklets)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D1: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84 / 4 using short division.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Skeleton bus stop]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E1: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172 / 5 using short division.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Skeleton bus stop]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F1: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86 / 5 up to two decimal places.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Skeleton bus stop with decimal placeholders]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calculations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first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for your first calculation, then set up the second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with the correct units.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based on what the question is asking.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 the math for your second calculation. Write your final answer.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 - Practice 2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Decomposed Step-by-Step Template (Complete in Booklets)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D2: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84 / 4 using short division.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Skeleton bus stop]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E2: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172 / 5 using short division.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Skeleton bus stop]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Set F2: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Calculate 86 / 5 up to two decimal places.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Skeleton bus stop with decimal placeholders]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calculations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first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for your first calculation, then set up the second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with the correct units.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based on what the question is asking.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 the math for your second calculation. Write your final answer.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 - Independent Matrix 1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64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135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62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93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246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75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48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182 / 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93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84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328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114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69 /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147 /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85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88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215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138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 - Independent Matrix 2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46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112 / 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51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82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168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73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99 / 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272 / 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94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66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135 /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111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84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204 /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142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36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315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175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 - Independent Matrix 3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55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144 /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63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28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203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87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68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232 / 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91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39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117 /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123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42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195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154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86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343 /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211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2: Bus Stop Division - Independent Matrix 4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Complete full calculations using your written method blocks.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77 / 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104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45 / 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96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175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83 /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86 /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216 /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99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44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288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131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50 / 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161 / 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165 / 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63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378 /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</a:defRPr>
                      </a:pPr>
                      <a:r>
                        <a:t>243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Worked Example Grid (Unpacking Multi-Step Headaches)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 (1 Direct Operation)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 (1 Complex Operation / Remainder)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 (2 Sequential Operations)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charity splits 84 tins of soup equally into 4 donation boxes. How many tins go into each box?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bakery packs 130 biscuits into packs of 6. How many completely full packs can they make?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school needs to transport 145 students using 9-seater minibuses. Each minibus costs £40 to hire. What is the total cost?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Keywords: 'splits equally', 'into 4'.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Calculation: 84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Keywords: 'packs into... 6', 'completely full'.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Calculation: 130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Keywords: 'transport 145... using 9-seater', 'total cost... £40 each'.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Calculations: 145 / 9, then buses x £40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Bus Stop Layout Framework: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4 ) 8 4 ]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Bus Stop Layout Framework: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6 ) 1 3 0 ]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Bus Stop Layout Framework for Step 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[INSERT DIAGRAM: 9 ) 1 4 5 ]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80 / 4 = 20.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Math: 4 into 8 is 2, 4 into 4 is 1.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Result: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120 / 6 = 20.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Math: 6 into 13 is 2 r 1. 6 into 10 is 1 r 4.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Result: 21 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Estimate: 9x10=90, 9x20=180. Result is mid-tier.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Math: 145 / 9 = 16 r 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Units check: Tins.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21 tins per box.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Constraint check: 'completely full'. Leftover biscuits cannot form a complete pack.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21 full packs.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Constraint check: 16 buses leave 1 student behind. 17 buses are required.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Step 2 Math: 17 x £40 = £680.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Answer: £680 total cost.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 - Practice 1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Decomposed Step-by-Step Template (Complete in Booklets)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Scenario X1: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warehouse stores stock in 24 crates. Each crate holds 35 items. How many items are stored in total?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Scenario Y1: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crate holds 215 apples. They are packed into bags of 6. How many full bags can be made?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Scenario Z1: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gardener charges a client £24 per hour. They work for 15 hours across a week, and then bill an extra £45 for materials. What is the total invoice?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calculations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first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for your first calculation, then set up the second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with the correct units.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based on what the question is asking.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 the math for your second calculation. Write your final answer.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 - Practice 2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Decomposed Step-by-Step Template (Complete in Booklets)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Decomposed Step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The Full Question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Scenario X2: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warehouse stores stock in 24 crates. Each crate holds 35 items. How many items are stored in total?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Scenario Y2: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crate holds 215 apples. They are packed into bags of 6. How many full bags can be made?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Practice Scenario Z2:</a:t>
                      </a:r>
                    </a:p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 gardener charges a client £24 per hour. They work for 15 hours across a week, and then bill an extra £45 for materials. What is the total invoice?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1: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Keywords &amp;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Identify the keywords. Write down the calculations you need to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2: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Written Method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Set up the written method for your first calculation.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3: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Ballpark Check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&amp; Math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using your written method.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a ballpark estimate. Do the math for your first calculation, then set up the second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Row 4:</a:t>
                      </a:r>
                    </a:p>
                    <a:p>
                      <a:pPr algn="l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Final Answer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with the correct units.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Write your final answer based on what the question is asking.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Do the math for your second calculation. Write your final answer.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 - Independent Matrix 1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Select your column. Apply the 4-step framework in your booklets.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box contains 12 packs of pencils. Each pack has 10 pencils. Total pencils?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book has 32 chapters. Each chapter is exactly 14 pages long. Find total pages.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venue charges £16 per ticket. They sell 45 tickets but pay a £50 cleaning fee. Find net profit.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Divide 84 apples equally into 4 baskets. How many per basket?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An egg tray holds 6 eggs. If a farmer has 142 eggs, how many trays are completely full?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group of 115 tourists need to travel in 8-seater vans. Each van costs £65. Find total hire cost.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path is 15 meters long. Each slab is 1 meter long. How many slabs?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8 friends split a restaurant bill of £132 equally. How much should each person pay?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gym membership costs £22/month. Sign up for 14 months plus a £30 registration fee. Find total cost.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Multiply 23 by 4 using your chosen grid block framework.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school puts 250 students into equal tutor groups of 12. How many students are left over?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factory makes 430 phone cases. They are packed in boxes of 12. Leftover cases are discarded. How many discarded?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runner covers 5 miles a day for 12 days. Total distance?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runner covers a distance of 14 miles every single week. Total miles in 24 weeks?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painter charges £18 per hour. They work for 32 hours and buy £120 worth of paint. What is the final bill?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Split 120 coins equally among 5 workers. How many each?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driver has 195 parcels. A delivery crate holds exactly 9 parcels. How many crates to carry all parcels?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store buys 15 boxes of headphones. Each box contains 12 headphones. They sell each unit for £8. Total revenue?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 - Independent Matrix 2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Select your column. Apply the 4-step framework in your booklets.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row has 15 seats. There are 6 rows. Total seats?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cinema sells tickets for £13 each. 48 people buy tickets. Find total revenue.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theater seats 25 rows of 12 people. Tickets cost £15 but 40 seats stay empty. Total revenue?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Pack 96 cans into boxes of 6. How many boxes?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baker has 185 cookies. They pack them into boxes of 4. How many full boxes?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football squad of 42 players travel in 5-seater cars. Fuel costs £12 per car. Total travel cost?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text is 60 lines. 10 lines per page. How many pages?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prize fund of £245 is split equally among 7 winners. How much each?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An author writes 12 pages a day for 18 days. The book binds into 20-page booklets. Rest left over?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standard crate fits 30 blocks. You have 5 crates. Total blocks?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warehouse has 340 chairs packed onto pallets of 15. How many fully filled pallets?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car rental costs £35/day. Hire for 12 days and spend £85 on fuel. Total holiday transport expense?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stack has 14 bowls. There are 3 stacks. Total bowls?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worker earns £16 an hour. They work 38 hours this week. What is their gross pay?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cafe buys 18 cartons of milk. Each carton has 12 servings. If they sell 150 servings, how many left?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Share 140 cards among 4 kids. Cards per kid?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factory packs 500 sweets into bags of 24. How many individual sweets are left over?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tailor buys 8 rolls of fabric. Each roll is 25m. Each jacket needs 3m. How many full jackets?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 - Independent Matrix 3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Select your column. Apply the 4-step framework in your booklets.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pack contains 20 biscuits. Buy 7 packs. Total biscuits?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car covers 42 miles per gallon. The tank holds 12 gallons. Max distance?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shop sells laptops for £450. They sell 14 laptops but paid £250 wholesale cost for each. Net markup?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Split 72 students into 3 classes. Students per class?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ship has 230 passengers. Lifeboats hold 12 people each. Full boats filled?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An audio book is 310 minutes long. Tracks are split into 15-minute files. Short final file length?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rope is 80cm long. Cut into 8 equal pieces. Piece length?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layout grid spans 520px. Split into 8 equal columns. Column width?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structural beam is 450cm long. Cut into 40cm studs. What is the length of waste left over?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deck has 52 cards. Buy 3 decks. Total cards?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farmer packs 188 eggs into cartons of 6. How many eggs are left over?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subscription is £14/month. Cancel after 15 months but get a £25 loyalty rebate. Net spend?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book weighs 200g. A box holds 6 books. Box weight?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stadium row holds 28 fans. There are 32 rows filled. Total fans present?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student buys 14 textbooks at £18 each. Shipping adds a flat £15. Total expenditure?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Distribute 160 flyers among 8 teenagers. Flyers per teen?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venue has 412 visitors to split into tour groups of 15. Full groups made?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farm harvests 24 boxes of carrots. Each box has 50 carrots. Pack into bags of 8. Full bags?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240"/>
                </a:solidFill>
              </a:defRPr>
            </a:pPr>
            <a:r>
              <a:t>Module 3: Application to Context Problems - Independent Matrix 4</a:t>
            </a:r>
          </a:p>
          <a:p>
            <a:pPr algn="l">
              <a:defRPr sz="1400">
                <a:solidFill>
                  <a:srgbClr val="323232"/>
                </a:solidFill>
              </a:defRPr>
            </a:pPr>
            <a:r>
              <a:t>Runway Practice: Select your column. Apply the 4-step framework in your booklets.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54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95"/>
                <a:gridCol w="3352190"/>
                <a:gridCol w="3352190"/>
                <a:gridCol w="335219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Q#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1: Guided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2: 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Thread 3: Depth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box holds 15 matches. 9 boxes. Total matches?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school theater has 22 rows of 24 seats. Find maximum seating capacity.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contractor charges £32 per hour. Works 45 hours and claims a £150 tool allowance. Grand total?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Divide 108 structural blocks into 9 tiers. Blocks per tier?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pack of biscuits has 230g. A serving portion is 25g. Full portions?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group of 190 refugees need 12-man tents. Each tent costs £115 to construct. Total canvas budget?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yard is 48 feet long. Split into 4 zones. Zone length?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lottery jackpot of £637 is divided among 7 colleagues. Share value?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steel rod is 800mm long. Cut into 75mm pins. What is the remaining discard scrap length?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4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standard team has 11 players. 6 teams. Total players?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processing line packs 475 jars into crates of 12. Fully packed crates?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An insurance premium is £48/month for 12 months, plus an initial £60 admin fee. Total year cost?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5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box has 16 chocolates. Buy 4 boxes. Total chocolates?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An orchard produces 35 boxes of pears. Each box holds 22 pears. Total pears?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venue buys 22 kegs of beverage. Each keg has 80 pints. If they serve 1500 pints, how many left?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F2240"/>
                          </a:solidFill>
                        </a:defRPr>
                      </a:pPr>
                      <a:r>
                        <a:t>Question 6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Distribute 250 test sheets into 5 blocks. Sheets per block?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printer has 850 loose pages to bind into 40-page booklets. Booklets completed?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23232"/>
                          </a:solidFill>
                        </a:defRPr>
                      </a:pPr>
                      <a:r>
                        <a:t>A baker makes 12 batches of scones. Each batch yields 24 scones. Pack into boxes of 6. Boxes filled?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