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0" r:id="rId9"/>
    <p:sldId id="263" r:id="rId10"/>
    <p:sldId id="264" r:id="rId11"/>
    <p:sldId id="265" r:id="rId12"/>
    <p:sldId id="271" r:id="rId17"/>
    <p:sldId id="266" r:id="rId13"/>
    <p:sldId id="267" r:id="rId14"/>
    <p:sldId id="268" r:id="rId15"/>
    <p:sldId id="269" r:id="rId16"/>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000.xml"/><Relationship Id="rId10" Type="http://schemas.openxmlformats.org/officeDocument/2006/relationships/slide" Target="slides/slide1001.xml"/><Relationship Id="rId11" Type="http://schemas.openxmlformats.org/officeDocument/2006/relationships/slide" Target="slides/slide1002.xml"/><Relationship Id="rId12" Type="http://schemas.openxmlformats.org/officeDocument/2006/relationships/slide" Target="slides/slide1003.xml"/><Relationship Id="rId13" Type="http://schemas.openxmlformats.org/officeDocument/2006/relationships/slide" Target="slides/slide1004.xml"/><Relationship Id="rId14" Type="http://schemas.openxmlformats.org/officeDocument/2006/relationships/slide" Target="slides/slide1005.xml"/><Relationship Id="rId15" Type="http://schemas.openxmlformats.org/officeDocument/2006/relationships/slide" Target="slides/slide1006.xml"/><Relationship Id="rId16" Type="http://schemas.openxmlformats.org/officeDocument/2006/relationships/slide" Target="slides/slide1007.xml"/><Relationship Id="rId17" Type="http://schemas.openxmlformats.org/officeDocument/2006/relationships/slide" Target="slides/slide9.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Start: exact answer. Build: remainder. Confidence: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