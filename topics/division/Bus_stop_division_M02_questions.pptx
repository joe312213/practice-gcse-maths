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0" r:id="rId9"/>
    <p:sldId id="263" r:id="rId10"/>
    <p:sldId id="264" r:id="rId11"/>
    <p:sldId id="265" r:id="rId12"/>
    <p:sldId id="271" r:id="rId17"/>
    <p:sldId id="266" r:id="rId13"/>
    <p:sldId id="267" r:id="rId14"/>
    <p:sldId id="268" r:id="rId15"/>
    <p:sldId id="269" r:id="rId16"/>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