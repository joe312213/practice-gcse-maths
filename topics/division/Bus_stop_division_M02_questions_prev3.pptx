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0" r:id="rId9"/>
    <p:sldId id="263" r:id="rId10"/>
    <p:sldId id="264" r:id="rId11"/>
    <p:sldId id="265" r:id="rId12"/>
    <p:sldId id="271" r:id="rId17"/>
    <p:sldId id="266" r:id="rId13"/>
    <p:sldId id="267" r:id="rId14"/>
    <p:sldId id="268" r:id="rId15"/>
    <p:sldId id="269" r:id="rId16"/>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000.xml"/><Relationship Id="rId10" Type="http://schemas.openxmlformats.org/officeDocument/2006/relationships/slide" Target="slides/slide1001.xml"/><Relationship Id="rId11" Type="http://schemas.openxmlformats.org/officeDocument/2006/relationships/slide" Target="slides/slide1002.xml"/><Relationship Id="rId12" Type="http://schemas.openxmlformats.org/officeDocument/2006/relationships/slide" Target="slides/slide1003.xml"/><Relationship Id="rId13" Type="http://schemas.openxmlformats.org/officeDocument/2006/relationships/slide" Target="slides/slide1004.xml"/><Relationship Id="rId14" Type="http://schemas.openxmlformats.org/officeDocument/2006/relationships/slide" Target="slides/slide1005.xml"/><Relationship Id="rId15" Type="http://schemas.openxmlformats.org/officeDocument/2006/relationships/slide" Target="slides/slide1006.xml"/><Relationship Id="rId16" Type="http://schemas.openxmlformats.org/officeDocument/2006/relationships/slide" Target="slides/slide1007.xml"/><Relationship Id="rId17"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84 ÷ 4</a:t>
            </a:r>
          </a:p>
        </p:txBody>
      </p:sp>
      <p:sp>
        <p:nvSpPr>
          <p:cNvPr id="10" name="TextBox 9"/>
          <p:cNvSpPr txBox="1"/>
          <p:nvPr/>
        </p:nvSpPr>
        <p:spPr>
          <a:xfrm>
            <a:off x="475488"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4 = 2</a:t>
            </a:r>
          </a:p>
          <a:p>
            <a:pPr>
              <a:lnSpc>
                <a:spcPts val="1944"/>
              </a:lnSpc>
              <a:spcBef>
                <a:spcPts val="0"/>
              </a:spcBef>
              <a:spcAft>
                <a:spcPts val="0"/>
              </a:spcAft>
              <a:defRPr sz="1800" b="0">
                <a:solidFill>
                  <a:srgbClr val="182B3A"/>
                </a:solidFill>
                <a:latin typeface="Arial"/>
              </a:defRPr>
            </a:pPr>
            <a:r>
              <a:t>4 ÷ 4 = 0</a:t>
            </a:r>
          </a:p>
          <a:p>
            <a:pPr>
              <a:lnSpc>
                <a:spcPts val="1944"/>
              </a:lnSpc>
              <a:spcBef>
                <a:spcPts val="0"/>
              </a:spcBef>
              <a:spcAft>
                <a:spcPts val="0"/>
              </a:spcAft>
              <a:defRPr sz="1800" b="0">
                <a:solidFill>
                  <a:srgbClr val="182B3A"/>
                </a:solidFill>
                <a:latin typeface="Arial"/>
              </a:defRPr>
            </a:pPr>
            <a:r>
              <a:t>Answer: 20</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505 ÷ 5</a:t>
            </a:r>
          </a:p>
        </p:txBody>
      </p:sp>
      <p:sp>
        <p:nvSpPr>
          <p:cNvPr id="13" name="TextBox 12"/>
          <p:cNvSpPr txBox="1"/>
          <p:nvPr/>
        </p:nvSpPr>
        <p:spPr>
          <a:xfrm>
            <a:off x="475488"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5 ÷ 5 = 1; 0 ÷ 5 = 0</a:t>
            </a:r>
          </a:p>
          <a:p>
            <a:pPr>
              <a:lnSpc>
                <a:spcPts val="1944"/>
              </a:lnSpc>
              <a:spcBef>
                <a:spcPts val="0"/>
              </a:spcBef>
              <a:spcAft>
                <a:spcPts val="0"/>
              </a:spcAft>
              <a:defRPr sz="1800" b="0">
                <a:solidFill>
                  <a:srgbClr val="182B3A"/>
                </a:solidFill>
                <a:latin typeface="Arial"/>
              </a:defRPr>
            </a:pPr>
            <a:r>
              <a:t>5 ÷ 5 = 1</a:t>
            </a:r>
          </a:p>
          <a:p>
            <a:pPr>
              <a:lnSpc>
                <a:spcPts val="1944"/>
              </a:lnSpc>
              <a:spcBef>
                <a:spcPts val="0"/>
              </a:spcBef>
              <a:spcAft>
                <a:spcPts val="0"/>
              </a:spcAft>
              <a:defRPr sz="1800" b="0">
                <a:solidFill>
                  <a:srgbClr val="182B3A"/>
                </a:solidFill>
                <a:latin typeface="Arial"/>
              </a:defRPr>
            </a:pPr>
            <a:r>
              <a:t>Leave out the zero: 11</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96 ÷ 3</a:t>
            </a:r>
          </a:p>
        </p:txBody>
      </p:sp>
      <p:sp>
        <p:nvSpPr>
          <p:cNvPr id="16" name="TextBox 15"/>
          <p:cNvSpPr txBox="1"/>
          <p:nvPr/>
        </p:nvSpPr>
        <p:spPr>
          <a:xfrm>
            <a:off x="475488"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3 = 3</a:t>
            </a:r>
          </a:p>
          <a:p>
            <a:pPr>
              <a:lnSpc>
                <a:spcPts val="1944"/>
              </a:lnSpc>
              <a:spcBef>
                <a:spcPts val="0"/>
              </a:spcBef>
              <a:spcAft>
                <a:spcPts val="0"/>
              </a:spcAft>
              <a:defRPr sz="1800" b="0">
                <a:solidFill>
                  <a:srgbClr val="182B3A"/>
                </a:solidFill>
                <a:latin typeface="Arial"/>
              </a:defRPr>
            </a:pPr>
            <a:r>
              <a:t>6 ÷ 3 = 3</a:t>
            </a:r>
          </a:p>
          <a:p>
            <a:pPr>
              <a:lnSpc>
                <a:spcPts val="1944"/>
              </a:lnSpc>
              <a:spcBef>
                <a:spcPts val="0"/>
              </a:spcBef>
              <a:spcAft>
                <a:spcPts val="0"/>
              </a:spcAft>
              <a:defRPr sz="1800" b="0">
                <a:solidFill>
                  <a:srgbClr val="182B3A"/>
                </a:solidFill>
                <a:latin typeface="Arial"/>
              </a:defRPr>
            </a:pPr>
            <a:r>
              <a:t>Answer: 33</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145 ÷ 6</a:t>
            </a:r>
          </a:p>
        </p:txBody>
      </p:sp>
      <p:sp>
        <p:nvSpPr>
          <p:cNvPr id="21" name="TextBox 20"/>
          <p:cNvSpPr txBox="1"/>
          <p:nvPr/>
        </p:nvSpPr>
        <p:spPr>
          <a:xfrm>
            <a:off x="5096256"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 ÷ 6 = 2 r 2</a:t>
            </a:r>
          </a:p>
          <a:p>
            <a:pPr>
              <a:lnSpc>
                <a:spcPts val="1944"/>
              </a:lnSpc>
              <a:spcBef>
                <a:spcPts val="0"/>
              </a:spcBef>
              <a:spcAft>
                <a:spcPts val="0"/>
              </a:spcAft>
              <a:defRPr sz="1800" b="0">
                <a:solidFill>
                  <a:srgbClr val="182B3A"/>
                </a:solidFill>
                <a:latin typeface="Arial"/>
              </a:defRPr>
            </a:pPr>
            <a:r>
              <a:t>5 ÷ 6 = 0 r 5</a:t>
            </a:r>
          </a:p>
          <a:p>
            <a:pPr>
              <a:lnSpc>
                <a:spcPts val="1944"/>
              </a:lnSpc>
              <a:spcBef>
                <a:spcPts val="0"/>
              </a:spcBef>
              <a:spcAft>
                <a:spcPts val="0"/>
              </a:spcAft>
              <a:defRPr sz="1800" b="0">
                <a:solidFill>
                  <a:srgbClr val="182B3A"/>
                </a:solidFill>
                <a:latin typeface="Arial"/>
              </a:defRPr>
            </a:pPr>
            <a:r>
              <a:t>Answer: 20 r 5</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132 ÷ 8 (decimal answer)</a:t>
            </a:r>
          </a:p>
        </p:txBody>
      </p:sp>
      <p:sp>
        <p:nvSpPr>
          <p:cNvPr id="24" name="TextBox 23"/>
          <p:cNvSpPr txBox="1"/>
          <p:nvPr/>
        </p:nvSpPr>
        <p:spPr>
          <a:xfrm>
            <a:off x="5096256"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8 = 1 r 5</a:t>
            </a:r>
          </a:p>
          <a:p>
            <a:pPr>
              <a:lnSpc>
                <a:spcPts val="1944"/>
              </a:lnSpc>
              <a:spcBef>
                <a:spcPts val="0"/>
              </a:spcBef>
              <a:spcAft>
                <a:spcPts val="0"/>
              </a:spcAft>
              <a:defRPr sz="1800" b="0">
                <a:solidFill>
                  <a:srgbClr val="182B3A"/>
                </a:solidFill>
                <a:latin typeface="Arial"/>
              </a:defRPr>
            </a:pPr>
            <a:r>
              <a:t>52 ÷ 8 = 6 r 4</a:t>
            </a:r>
          </a:p>
          <a:p>
            <a:pPr>
              <a:lnSpc>
                <a:spcPts val="1944"/>
              </a:lnSpc>
              <a:spcBef>
                <a:spcPts val="0"/>
              </a:spcBef>
              <a:spcAft>
                <a:spcPts val="0"/>
              </a:spcAft>
              <a:defRPr sz="1800" b="0">
                <a:solidFill>
                  <a:srgbClr val="182B3A"/>
                </a:solidFill>
                <a:latin typeface="Arial"/>
              </a:defRPr>
            </a:pPr>
            <a:r>
              <a:t>Answer: 16.4</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245 ÷ 6</a:t>
            </a:r>
          </a:p>
        </p:txBody>
      </p:sp>
      <p:sp>
        <p:nvSpPr>
          <p:cNvPr id="27" name="TextBox 26"/>
          <p:cNvSpPr txBox="1"/>
          <p:nvPr/>
        </p:nvSpPr>
        <p:spPr>
          <a:xfrm>
            <a:off x="5096256"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 ÷ 6 = 3 r 6</a:t>
            </a:r>
          </a:p>
          <a:p>
            <a:pPr>
              <a:lnSpc>
                <a:spcPts val="1944"/>
              </a:lnSpc>
              <a:spcBef>
                <a:spcPts val="0"/>
              </a:spcBef>
              <a:spcAft>
                <a:spcPts val="0"/>
              </a:spcAft>
              <a:defRPr sz="1800" b="0">
                <a:solidFill>
                  <a:srgbClr val="182B3A"/>
                </a:solidFill>
                <a:latin typeface="Arial"/>
              </a:defRPr>
            </a:pPr>
            <a:r>
              <a:t>65 ÷ 6 = 10 r 5</a:t>
            </a:r>
          </a:p>
          <a:p>
            <a:pPr>
              <a:lnSpc>
                <a:spcPts val="1944"/>
              </a:lnSpc>
              <a:spcBef>
                <a:spcPts val="0"/>
              </a:spcBef>
              <a:spcAft>
                <a:spcPts val="0"/>
              </a:spcAft>
              <a:defRPr sz="1800" b="0">
                <a:solidFill>
                  <a:srgbClr val="182B3A"/>
                </a:solidFill>
                <a:latin typeface="Arial"/>
              </a:defRPr>
            </a:pPr>
            <a:r>
              <a:t>Answer: 310 r 5</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1,248 ÷ 12</a:t>
            </a:r>
          </a:p>
        </p:txBody>
      </p:sp>
      <p:sp>
        <p:nvSpPr>
          <p:cNvPr id="32" name="TextBox 31"/>
          <p:cNvSpPr txBox="1"/>
          <p:nvPr/>
        </p:nvSpPr>
        <p:spPr>
          <a:xfrm>
            <a:off x="9717024"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12 ÷ 12 = 1</a:t>
            </a:r>
          </a:p>
          <a:p>
            <a:pPr>
              <a:lnSpc>
                <a:spcPts val="1944"/>
              </a:lnSpc>
              <a:spcBef>
                <a:spcPts val="0"/>
              </a:spcBef>
              <a:spcAft>
                <a:spcPts val="0"/>
              </a:spcAft>
              <a:defRPr sz="1800" b="0">
                <a:solidFill>
                  <a:srgbClr val="182B3A"/>
                </a:solidFill>
                <a:latin typeface="Arial"/>
              </a:defRPr>
            </a:pPr>
            <a:r>
              <a:t>4 ÷ 12 = 0 r 4</a:t>
            </a:r>
          </a:p>
          <a:p>
            <a:pPr>
              <a:lnSpc>
                <a:spcPts val="1944"/>
              </a:lnSpc>
              <a:spcBef>
                <a:spcPts val="0"/>
              </a:spcBef>
              <a:spcAft>
                <a:spcPts val="0"/>
              </a:spcAft>
              <a:defRPr sz="1800" b="0">
                <a:solidFill>
                  <a:srgbClr val="182B3A"/>
                </a:solidFill>
                <a:latin typeface="Arial"/>
              </a:defRPr>
            </a:pPr>
            <a:r>
              <a:t>48 ÷ 12 = 4</a:t>
            </a:r>
          </a:p>
          <a:p>
            <a:pPr>
              <a:lnSpc>
                <a:spcPts val="1944"/>
              </a:lnSpc>
              <a:spcBef>
                <a:spcPts val="0"/>
              </a:spcBef>
              <a:spcAft>
                <a:spcPts val="0"/>
              </a:spcAft>
              <a:defRPr sz="1800" b="0">
                <a:solidFill>
                  <a:srgbClr val="182B3A"/>
                </a:solidFill>
                <a:latin typeface="Arial"/>
              </a:defRPr>
            </a:pPr>
            <a:r>
              <a:t>Answer: 14</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615 ÷ 12 (decimal answer)</a:t>
            </a:r>
          </a:p>
        </p:txBody>
      </p:sp>
      <p:sp>
        <p:nvSpPr>
          <p:cNvPr id="35" name="TextBox 34"/>
          <p:cNvSpPr txBox="1"/>
          <p:nvPr/>
        </p:nvSpPr>
        <p:spPr>
          <a:xfrm>
            <a:off x="9717024"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61 ÷ 12 = 5 r 1; 15 ÷ 12 = 1 r 3</a:t>
            </a:r>
          </a:p>
          <a:p>
            <a:pPr>
              <a:lnSpc>
                <a:spcPts val="1944"/>
              </a:lnSpc>
              <a:spcBef>
                <a:spcPts val="0"/>
              </a:spcBef>
              <a:spcAft>
                <a:spcPts val="0"/>
              </a:spcAft>
              <a:defRPr sz="1800" b="0">
                <a:solidFill>
                  <a:srgbClr val="182B3A"/>
                </a:solidFill>
                <a:latin typeface="Arial"/>
              </a:defRPr>
            </a:pPr>
            <a:r>
              <a:t>30 ÷ 12 = 2 r 6</a:t>
            </a:r>
          </a:p>
          <a:p>
            <a:pPr>
              <a:lnSpc>
                <a:spcPts val="1944"/>
              </a:lnSpc>
              <a:spcBef>
                <a:spcPts val="0"/>
              </a:spcBef>
              <a:spcAft>
                <a:spcPts val="0"/>
              </a:spcAft>
              <a:defRPr sz="1800" b="0">
                <a:solidFill>
                  <a:srgbClr val="182B3A"/>
                </a:solidFill>
                <a:latin typeface="Arial"/>
              </a:defRPr>
            </a:pPr>
            <a:r>
              <a:t>60 ÷ 12 = 5</a:t>
            </a:r>
          </a:p>
          <a:p>
            <a:pPr>
              <a:lnSpc>
                <a:spcPts val="1944"/>
              </a:lnSpc>
              <a:spcBef>
                <a:spcPts val="0"/>
              </a:spcBef>
              <a:spcAft>
                <a:spcPts val="0"/>
              </a:spcAft>
              <a:defRPr sz="1800" b="0">
                <a:solidFill>
                  <a:srgbClr val="182B3A"/>
                </a:solidFill>
                <a:latin typeface="Arial"/>
              </a:defRPr>
            </a:pPr>
            <a:r>
              <a:t>Answer: 5.125</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4,834 ÷ 16 (decimal answer)</a:t>
            </a:r>
          </a:p>
        </p:txBody>
      </p:sp>
      <p:sp>
        <p:nvSpPr>
          <p:cNvPr id="38" name="TextBox 37"/>
          <p:cNvSpPr txBox="1"/>
          <p:nvPr/>
        </p:nvSpPr>
        <p:spPr>
          <a:xfrm>
            <a:off x="9717024"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48 ÷ 16 = 3; 3 ÷ 16 = 0 r 3</a:t>
            </a:r>
          </a:p>
          <a:p>
            <a:pPr>
              <a:lnSpc>
                <a:spcPts val="1944"/>
              </a:lnSpc>
              <a:spcBef>
                <a:spcPts val="0"/>
              </a:spcBef>
              <a:spcAft>
                <a:spcPts val="0"/>
              </a:spcAft>
              <a:defRPr sz="1800" b="0">
                <a:solidFill>
                  <a:srgbClr val="182B3A"/>
                </a:solidFill>
                <a:latin typeface="Arial"/>
              </a:defRPr>
            </a:pPr>
            <a:r>
              <a:t>34 ÷ 16 = 2 r 2; 20 ÷ 16 = 1 r 4</a:t>
            </a:r>
          </a:p>
          <a:p>
            <a:pPr>
              <a:lnSpc>
                <a:spcPts val="1944"/>
              </a:lnSpc>
              <a:spcBef>
                <a:spcPts val="0"/>
              </a:spcBef>
              <a:spcAft>
                <a:spcPts val="0"/>
              </a:spcAft>
              <a:defRPr sz="1800" b="0">
                <a:solidFill>
                  <a:srgbClr val="182B3A"/>
                </a:solidFill>
                <a:latin typeface="Arial"/>
              </a:defRPr>
            </a:pPr>
            <a:r>
              <a:t>40 ÷ 16 = 2 r 8; 80 ÷ 16 = 5</a:t>
            </a:r>
          </a:p>
          <a:p>
            <a:pPr>
              <a:lnSpc>
                <a:spcPts val="1944"/>
              </a:lnSpc>
              <a:spcBef>
                <a:spcPts val="0"/>
              </a:spcBef>
              <a:spcAft>
                <a:spcPts val="0"/>
              </a:spcAft>
              <a:defRPr sz="1800" b="0">
                <a:solidFill>
                  <a:srgbClr val="182B3A"/>
                </a:solidFill>
                <a:latin typeface="Arial"/>
              </a:defRPr>
            </a:pPr>
            <a:r>
              <a:t>Answer: 32.125</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