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000.xml"/><Relationship Id="rId10" Type="http://schemas.openxmlformats.org/officeDocument/2006/relationships/slide" Target="slides/slide1001.xml"/><Relationship Id="rId11" Type="http://schemas.openxmlformats.org/officeDocument/2006/relationships/slide" Target="slides/slide1002.xml"/><Relationship Id="rId12" Type="http://schemas.openxmlformats.org/officeDocument/2006/relationships/slide" Target="slides/slide1003.xml"/><Relationship Id="rId13" Type="http://schemas.openxmlformats.org/officeDocument/2006/relationships/slide" Target="slides/slide1004.xml"/><Relationship Id="rId14" Type="http://schemas.openxmlformats.org/officeDocument/2006/relationships/slide" Target="slides/slide1005.xml"/><Relationship Id="rId15" Type="http://schemas.openxmlformats.org/officeDocument/2006/relationships/slide" Target="slides/slide1006.xml"/><Relationship Id="rId16" Type="http://schemas.openxmlformats.org/officeDocument/2006/relationships/slide" Target="slides/slide1007.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114257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