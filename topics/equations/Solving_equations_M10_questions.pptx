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Solve all four.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1.  x + 6 =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0064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2944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2.  5x =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3.  3x − 4 = 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4.  2(x + 3) = x + 14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Technique recap • Simplify first, then keep both sides equal.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Keep the balance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3774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Do the same operation to both whole sides.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Undo addition/subtraction before a remaining multiplication or division.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negative divided by a positive is negative: −12 ÷ 3 = −4.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Simplify or factorise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96912" y="2377440"/>
            <a:ext cx="0" cy="22128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5721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6x + 12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6(x + 2)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41879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0648" y="41879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Collect like terms: 2x + 3x = 5x.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common factor belongs to every term: 6x + 12 = 6(x + 2).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Choose a short first step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960352" y="2377440"/>
            <a:ext cx="0" cy="18470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82065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3(x + 4)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3408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3408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065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3408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065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3408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3408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Here, divide by 3 before expanding.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With x on both sides, subtract the smaller x-term first when convenient.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If expanding is needed, multiply every bracket term. Check in the original equation.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the working down each side of the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x − 7 =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487168"/>
            <a:ext cx="0" cy="122529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− 7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12, left side = 5 and right side =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4x + 3 = 31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87768" y="2487168"/>
            <a:ext cx="0" cy="20299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978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150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78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150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7, left side = 31 and right side = 31.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3(x + 2) = x + 24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951208" y="2487168"/>
            <a:ext cx="0" cy="323697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79322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3(x + 2)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2494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322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2494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322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2494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322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 + 6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2494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9322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2494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3224" y="448056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24944" y="448056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93224" y="48828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24944" y="48828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3224" y="528523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4944" y="52852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664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9, left side = 33 and right side = 33.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x − 8 =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5x + 7 = 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3(x + 4) = x + 20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6x = -18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4x − 9 = 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5(x − 2) = 2x + 23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Spot the errors • Find the first wrong step, correct it and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x + 8 = 19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148840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x − 5 = 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24328" y="4187951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806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6x = 24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624328" y="6227064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5156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15384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806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3x + 6 = 30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287768" y="2148840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1500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150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78824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6150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2352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78824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267919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1504" y="267919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8348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− 8 = 16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287768" y="4187951"/>
            <a:ext cx="0" cy="84124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71500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− 8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150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0235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7882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1500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6150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02352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78824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0" y="471830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61504" y="471830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8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7492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5x + 10 = 45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287768" y="6227064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71500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5x + 10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02352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78824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1500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02352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78824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15000" y="675741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675741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4692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3836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2(x + 5) = 30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951208" y="21488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37844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2(x + 5)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2494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7844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2494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65792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542264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78440" y="267919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24944" y="267919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65792" y="283006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542264" y="283006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78440" y="295351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124944" y="295351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4692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73836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+ 3 = 2x + 33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1951208" y="4187951"/>
            <a:ext cx="0" cy="111556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37844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12494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+ 33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6579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+ 2x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54226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− 2x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7844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 + 3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12494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65792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542264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78440" y="471830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124944" y="471830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65792" y="486917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542264" y="486917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378440" y="499262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124944" y="499262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4692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73836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3(x − 4) = x − 16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1951208" y="6227064"/>
            <a:ext cx="0" cy="13898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037844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3(x − 4)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12494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7844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− 4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12494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765792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542264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78440" y="675741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− 4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124944" y="675741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65792" y="690829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542264" y="690829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+ 4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378440" y="703173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124944" y="703173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65792" y="718261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542264" y="718261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792"/>
              </a:lnSpc>
              <a:spcAft>
                <a:spcPts val="0"/>
              </a:spcAft>
              <a:defRPr sz="16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78440" y="730605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124944" y="730605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+ 6 = 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− 7 = 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− 9 = 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189 = 7x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=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− 3 = 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+ 7x = 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+ 6 = 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-9 + 6x = 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+ 8 = 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-3 + 2x = -11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3(x − 3) = 2x − 11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+ 10 = 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+ 12 = 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x + 14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− 3) = x + 69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+ 12 = 126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-14 = x − 8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= 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27 = x + 9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= 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− 9 = -44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x + 6 = 121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+ 8 = -7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+ 3x = 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-5 + 3x = 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 + 2x = 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− 5) = 2x + 50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+ 2) = x + 92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− 5) = 3x − 12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− 9 = 2x − 3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− 7) = 4x − 23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+ 15 = 108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− 8 = 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3 = 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28 = x + 2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− 9 = 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+ x − 9 = 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+ 4 = 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+ 6x = -22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23 = 7x + 2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+ 8 = 85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+ 4 = 3x + 79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+ 6) = 165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− 9 = 3x + 60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− 6 = 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− 3) = 90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+ 8 = 4x + 56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= 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11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5 = 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+ 7 =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− 3 = 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− 5 =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− 3 = -11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 + 2x = -10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− 9 = 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+ 6) =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− 14 = -6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− 3) = -24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+ 8 = x + 40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+ 4) = 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+ 6) = 91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