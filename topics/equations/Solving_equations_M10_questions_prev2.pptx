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Solve all four.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9961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1.  x + 6 =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70064" y="149961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2944" y="1773936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2.  5x =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451713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91455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3.  3x − 4 = 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451713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4791455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4.  2(x + 3) = x + 14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Technique recap • Simplify first, then keep both sides equal.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M10-RECAP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27632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Keep the balance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2377440"/>
            <a:ext cx="0" cy="111556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3776" y="23591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 + 7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3591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3744" y="23591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3744" y="23591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72491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272491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30906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30906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23744" y="30906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3744" y="30906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81728"/>
            <a:ext cx="4352544" cy="2770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Do the same operation to both whole sides.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Undo addition/subtraction before a remaining multiplication or division.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negative divided by a positive is negative: −12 ÷ 3 = −4.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1627632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Simplify or factorise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96912" y="2377440"/>
            <a:ext cx="0" cy="221284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57216" y="23591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6x + 12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23591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87184" y="23591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87184" y="23591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272491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6(x + 2)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648" y="272491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87184" y="272491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87184" y="272491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7216" y="30906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0648" y="30906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57216" y="345643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 + 2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345643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87184" y="345643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87184" y="345643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57216" y="3822191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3822191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7216" y="41879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0648" y="41879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87184" y="41879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87184" y="41879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681728"/>
            <a:ext cx="4352544" cy="2770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Collect like terms: 2x + 3x = 5x.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common factor belongs to every term: 6x + 12 = 6(x + 2).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1627632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5664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Choose a short first step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1960352" y="2377440"/>
            <a:ext cx="0" cy="184708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820656" y="23591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3(x + 4)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34088" y="23591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50624" y="23591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50624" y="23591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0656" y="272491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34088" y="272491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0656" y="30906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 + 4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34088" y="30906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850624" y="30906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850624" y="30906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0656" y="345643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34088" y="345643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0656" y="3822191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34088" y="3822191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50624" y="3822191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50624" y="3822191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4681728"/>
            <a:ext cx="4352544" cy="2770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Here, divide by 3 before expanding.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With x on both sides, subtract the smaller x-term first when convenient.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If expanding is needed, multiply every bracket term. Check in the original equation.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the working down each side of the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31436" cy="6035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x − 7 = 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24328" y="2487168"/>
            <a:ext cx="0" cy="1225296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" y="246888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 − 7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246888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46888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246888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28712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+ 7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28712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+ 7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" y="3273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3273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273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273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6656832"/>
            <a:ext cx="4389120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At x = 12, left side = 5 and right side =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1609344"/>
            <a:ext cx="4631436" cy="6035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4x + 3 = 31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87768" y="2487168"/>
            <a:ext cx="0" cy="202996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29784" y="246888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4x + 3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246888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246888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246888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28712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504" y="28712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9784" y="3273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4x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1504" y="3273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3273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3273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9784" y="3675888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1504" y="3675888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9784" y="4078224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61504" y="4078224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4078224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078224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3208" y="6656832"/>
            <a:ext cx="4389120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At x = 7, left side = 31 and right side = 31.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1609344"/>
            <a:ext cx="4631436" cy="6035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5664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3(x + 2) = x + 24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951208" y="2487168"/>
            <a:ext cx="0" cy="3236976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793224" y="246888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3(x + 2)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24944" y="246888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 + 24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841480" y="246888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841480" y="246888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93224" y="28712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3x + 6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24944" y="28712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 + 24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41480" y="287121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41480" y="287121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93224" y="3273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24944" y="3273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93224" y="3675888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2x + 6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24944" y="3675888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841480" y="3675888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841480" y="3675888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93224" y="4078224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24944" y="4078224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93224" y="448056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24944" y="448056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41480" y="448056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41480" y="448056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93224" y="488289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24944" y="488289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93224" y="528523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4944" y="528523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41480" y="528523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841480" y="528523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56648" y="6656832"/>
            <a:ext cx="4389120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At x = 9, left side = 33 and right side = 33.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Copy the centre line and show each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1773936" cy="5943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691640"/>
            <a:ext cx="1581912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Equation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x − 8 = 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5832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5x + 7 = 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8816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3(x + 4) = x + 20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76272"/>
            <a:ext cx="1773936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286000"/>
            <a:ext cx="1581912" cy="7772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Simplify the Equation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2848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5832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8816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36391"/>
            <a:ext cx="1773936" cy="1874519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3246120"/>
            <a:ext cx="1581912" cy="16916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Use Inverse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2848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52899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84392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5832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15883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247376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8816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278868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20040" y="5010912"/>
            <a:ext cx="1773936" cy="10515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5120640"/>
            <a:ext cx="1581912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Find the Unknown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12848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4392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5832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7376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8816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62471"/>
            <a:ext cx="1773936" cy="15361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6172199"/>
            <a:ext cx="1581912" cy="1353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Check by Substitution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12848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4392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5832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376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8816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6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Copy the centre line and show each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1773936" cy="5943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691640"/>
            <a:ext cx="1581912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Equation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6x = -18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5832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4x − 9 = 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8816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5(x − 2) = 2x + 23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76272"/>
            <a:ext cx="1773936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286000"/>
            <a:ext cx="1581912" cy="7772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Simplify the Equation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2848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5832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8816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36391"/>
            <a:ext cx="1773936" cy="1874519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3246120"/>
            <a:ext cx="1581912" cy="16916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Use Inverse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2848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52899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84392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5832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15883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247376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8816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278868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20040" y="5010912"/>
            <a:ext cx="1773936" cy="10515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5120640"/>
            <a:ext cx="1581912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Find the Unknown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12848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4392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5832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7376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8816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62471"/>
            <a:ext cx="1773936" cy="15361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6172199"/>
            <a:ext cx="1581912" cy="1353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Check by Substitution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12848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4392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5832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376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8816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6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Spot the errors • Find the first wrong step, correct it and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682496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x + 8 = 19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24328" y="2148840"/>
            <a:ext cx="0" cy="56692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" y="2130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+ 8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2130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130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2130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240487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24048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24048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24048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721607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x − 5 = 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24328" y="4187951"/>
            <a:ext cx="0" cy="56692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6344" y="4169663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− 5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8064" y="4169663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416966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416966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" y="4443983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8064" y="4443983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444398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44398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5760720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6x = 24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624328" y="6227064"/>
            <a:ext cx="0" cy="56692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66344" y="620877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98064" y="620877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620877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620877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" y="648309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8064" y="648309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648309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4600" y="648309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1682496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3x + 6 = 30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287768" y="2148840"/>
            <a:ext cx="0" cy="84124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29784" y="2130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3x + 6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61504" y="2130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78040" y="2130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2130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9784" y="240487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61504" y="24048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78040" y="24048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24048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9784" y="267919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61504" y="267919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78040" y="267919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78040" y="267919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74920" y="3721607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4x − 8 = 16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287768" y="4187951"/>
            <a:ext cx="0" cy="841249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129784" y="4169663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4x − 8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61504" y="4169663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8040" y="416966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78040" y="416966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9784" y="4443983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61504" y="4443983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78040" y="444398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78040" y="444398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9784" y="4718303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61504" y="4718303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78040" y="471830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78040" y="471830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4920" y="5760720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5x + 10 = 45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287768" y="6227064"/>
            <a:ext cx="0" cy="84124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129784" y="620877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5x + 10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61504" y="620877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78040" y="620877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78040" y="620877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29784" y="648309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+ 10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61504" y="648309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78040" y="648309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78040" y="648309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29784" y="67574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61504" y="67574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78040" y="675741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78040" y="675741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64692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738360" y="1682496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2(x + 5) = 30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1951208" y="2148840"/>
            <a:ext cx="0" cy="111556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793224" y="2130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2(x + 5)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124944" y="2130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841480" y="2130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841480" y="2130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93224" y="240487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 + 5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124944" y="24048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841480" y="24048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841480" y="24048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93224" y="267919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124944" y="267919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841480" y="267919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41480" y="267919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793224" y="295351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124944" y="295351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12.5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841480" y="295351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841480" y="295351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64692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738360" y="3721607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4x + 3 = 2x + 33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1951208" y="4187951"/>
            <a:ext cx="0" cy="1115569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793224" y="4169663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4x + 3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124944" y="4169663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 + 33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841480" y="416966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841480" y="416966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793224" y="4443983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6x + 3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124944" y="4443983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841480" y="444398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841480" y="444398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793224" y="4718303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6x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124944" y="4718303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841480" y="471830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841480" y="471830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93224" y="4992623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124944" y="4992623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841480" y="499262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841480" y="499262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64692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738360" y="5760720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3(x − 4) = x − 16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11951208" y="6227064"/>
            <a:ext cx="0" cy="138988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9793224" y="620877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3(x − 4)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124944" y="620877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− 16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1841480" y="620877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1841480" y="620877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793224" y="648309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3x − 4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124944" y="648309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− 16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841480" y="648309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841480" y="648309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93224" y="67574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 − 4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124944" y="67574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−16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1841480" y="675741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1841480" y="675741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793224" y="703173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2124944" y="703173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−12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1841480" y="703173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1841480" y="703173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93224" y="730605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124944" y="730605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1841480" y="730605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1841480" y="730605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+ 6 = 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= x − 6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− 7 = 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− 9 = 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189 = 7x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=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− 3 = 57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+ 7x = 71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7x + 6 = -29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-9 + 6x = 39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x + 8 = 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-3 + 2x = -11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3(x − 3) = 2x − 11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+ 10 = 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+ 12 = 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+ 2 = x + 14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− 3) = x + 69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+ 12 = 126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+ 8 = 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-14 = x − 8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= 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27 = x + 9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= 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− 9 = -44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+ x + 6 = 121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+ 8 = -7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+ 3x = 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-5 + 3x = 73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 + 2x = 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7(x − 5) = 2x + 50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6(x + 2) = x + 92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6(x − 5) = 3x − 12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− 9 = 2x − 3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− 7) = 4x − 23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+ 15 = 108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− 8 = 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3 = 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28 = x + 2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+ 8 = 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x − 9 = 33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+ x − 9 = 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x + 4 = 88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+ 6x = -22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23 = 7x + 2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7x + 8 = 85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+ 4 = 3x + 79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+ 6) = 165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− 9 = 3x + 60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− 6 = 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6(x − 3) = 90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+ 8 = 4x + 56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7x = 140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11 = x − 6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5 = 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=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+ 7 =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− 3 = 54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x − 5 = 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+ 2 =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x − 3 = -11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 + 2x = -10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x − 9 = 69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4(x + 6) =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− 14 = -6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4(x − 3) = -24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+ 8 = x + 40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+ 4) = -15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7(x + 6) = 91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