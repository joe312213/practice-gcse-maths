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Initial assessment • Solve all four. Show your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499616"/>
            <a:ext cx="6839712" cy="2816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73936"/>
            <a:ext cx="6446520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04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1.  x + 6 =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70064" y="1499616"/>
            <a:ext cx="6839712" cy="2816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2944" y="1773936"/>
            <a:ext cx="6446520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04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2.  5x = 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4517136"/>
            <a:ext cx="6839712" cy="2816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91455"/>
            <a:ext cx="6446520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04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3.  3x − 4 = 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70064" y="4517136"/>
            <a:ext cx="6839712" cy="281635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52944" y="4791455"/>
            <a:ext cx="6446520" cy="10058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304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4.  2(x + 3) = x + 14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Technique recap • Simplify first, then keep both sides equal.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M10-RECAP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27632"/>
            <a:ext cx="4626864" cy="6080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1773936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Keep the balance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33472" y="2377440"/>
            <a:ext cx="0" cy="111556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3776" y="23591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x + 7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235915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23744" y="23591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23744" y="23591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272491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− 7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7208" y="272491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− 7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" y="309067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7208" y="309067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23744" y="309067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23744" y="309067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81728"/>
            <a:ext cx="4352544" cy="2770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Do the same operation to both whole sides.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Undo addition/subtraction before a remaining multiplication or division.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negative divided by a positive is negative: −12 ÷ 3 = −4.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1627632"/>
            <a:ext cx="4626864" cy="6080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93208" y="1773936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Simplify or factorise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296912" y="2377440"/>
            <a:ext cx="0" cy="221284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157216" y="23591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6x + 12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8" y="235915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87184" y="23591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87184" y="23591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57216" y="272491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6(x + 2)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0648" y="272491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87184" y="272491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87184" y="272491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57216" y="309067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÷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70648" y="309067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÷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57216" y="345643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x + 2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0648" y="345643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87184" y="345643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87184" y="345643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57216" y="3822191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− 2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0648" y="3822191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− 2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57216" y="41879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70648" y="418795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87184" y="41879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87184" y="41879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4681728"/>
            <a:ext cx="4352544" cy="2770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Collect like terms: 2x + 3x = 5x.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A common factor belongs to every term: 6x + 12 = 6(x + 2).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46920" y="1627632"/>
            <a:ext cx="4626864" cy="6080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56648" y="1773936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B3A"/>
                </a:solidFill>
                <a:latin typeface="Arial"/>
              </a:defRPr>
            </a:pPr>
            <a:r>
              <a:t>Choose a short first step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1960352" y="2377440"/>
            <a:ext cx="0" cy="184708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820656" y="23591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3(x + 4)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34088" y="235915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850624" y="23591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850624" y="23591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20656" y="272491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÷ 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34088" y="272491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÷ 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20656" y="309067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x + 4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34088" y="309067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850624" y="309067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850624" y="309067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20656" y="345643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− 4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34088" y="3456432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Aft>
                <a:spcPts val="0"/>
              </a:spcAft>
              <a:defRPr sz="1800" b="0">
                <a:solidFill>
                  <a:srgbClr val="3559A2"/>
                </a:solidFill>
                <a:latin typeface="Arial"/>
              </a:defRPr>
            </a:pPr>
            <a:r>
              <a:t>− 4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20656" y="3822191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34088" y="3822191"/>
            <a:ext cx="1965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850624" y="3822191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850624" y="3822191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352"/>
              </a:lnSpc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4681728"/>
            <a:ext cx="4352544" cy="277063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Here, divide by 3 before expanding.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With x on both sides, subtract the smaller x-term first when convenient.</a:t>
            </a: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</a:p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If expanding is needed, multiply every bracket term. Check in the original equation.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Worked demo • Follow the working down each side of the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M10-S01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9344"/>
            <a:ext cx="4631436" cy="6035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1773936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x − 7 = 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24328" y="2487168"/>
            <a:ext cx="0" cy="1225296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6344" y="2468880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x − 7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4" y="2468880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2468880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2468880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" y="287121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+ 7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8064" y="287121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+ 7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" y="3273552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98064" y="32735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32735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2735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6656832"/>
            <a:ext cx="4389120" cy="8686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At x = 12, left side = 5 and right side = 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1609344"/>
            <a:ext cx="4631436" cy="6035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93208" y="1773936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4x + 3 = 31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287768" y="2487168"/>
            <a:ext cx="0" cy="202996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129784" y="2468880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4x + 3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1504" y="2468880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78040" y="2468880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2468880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9784" y="287121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− 3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1504" y="287121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− 3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9784" y="3273552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4x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61504" y="32735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78040" y="32735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78040" y="32735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9784" y="3675888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÷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61504" y="3675888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÷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9784" y="4078224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61504" y="4078224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78040" y="4078224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4078224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93208" y="6656832"/>
            <a:ext cx="4389120" cy="8686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At x = 7, left side = 31 and right side = 31.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20" y="1609344"/>
            <a:ext cx="4631436" cy="60350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56648" y="1773936"/>
            <a:ext cx="43891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3(x + 2) = x + 24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1951208" y="2487168"/>
            <a:ext cx="0" cy="3236976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793224" y="2468880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3(x + 2)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24944" y="2468880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x + 24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841480" y="2468880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841480" y="2468880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93224" y="287121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3x + 6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24944" y="287121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x + 24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841480" y="287121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841480" y="287121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93224" y="3273552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− 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24944" y="327355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− 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93224" y="3675888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2x + 6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24944" y="3675888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841480" y="3675888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841480" y="3675888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93224" y="4078224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− 6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24944" y="4078224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− 6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93224" y="4480560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2x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24944" y="4480560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841480" y="4480560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841480" y="4480560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93224" y="4882896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÷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24944" y="4882896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Aft>
                <a:spcPts val="0"/>
              </a:spcAft>
              <a:defRPr sz="1900" b="0">
                <a:solidFill>
                  <a:srgbClr val="3559A2"/>
                </a:solidFill>
                <a:latin typeface="Arial"/>
              </a:defRPr>
            </a:pPr>
            <a:r>
              <a:t>÷ 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93224" y="5285232"/>
            <a:ext cx="2002536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24944" y="5285232"/>
            <a:ext cx="198424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841480" y="528523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841480" y="528523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64"/>
              </a:lnSpc>
              <a:spcAft>
                <a:spcPts val="0"/>
              </a:spcAft>
              <a:defRPr sz="22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56648" y="6656832"/>
            <a:ext cx="4389120" cy="8686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At x = 9, left side = 33 and right side = 33.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1 • Copy the centre line and show each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1773936" cy="5943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691640"/>
            <a:ext cx="1581912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Equation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81912"/>
            <a:ext cx="4040123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12848" y="1673352"/>
            <a:ext cx="3834384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x − 8 = 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81912"/>
            <a:ext cx="4040123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5832" y="1673352"/>
            <a:ext cx="3834384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5x + 7 = 37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81912"/>
            <a:ext cx="4040123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8816" y="1673352"/>
            <a:ext cx="3834384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3(x + 4) = x + 20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176272"/>
            <a:ext cx="1773936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2286000"/>
            <a:ext cx="1581912" cy="7772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Simplify the Equation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176272"/>
            <a:ext cx="4040123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12848" y="2267712"/>
            <a:ext cx="3834384" cy="8046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Collect like terms or factorise if useful. Copy the equation with a line through the equals sign.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176272"/>
            <a:ext cx="4040123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5832" y="2267712"/>
            <a:ext cx="3834384" cy="8046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Collect like terms or factorise if useful. Copy the equation with a line through the equals sign.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176272"/>
            <a:ext cx="4040123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8816" y="2267712"/>
            <a:ext cx="3834384" cy="8046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Collect like terms or factorise if useful. Copy the equation with a line through the equals sign.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136391"/>
            <a:ext cx="1773936" cy="1874519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" y="3246120"/>
            <a:ext cx="1581912" cy="169163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Use Inverse Operations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136391"/>
            <a:ext cx="4040123" cy="1874519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12848" y="3227832"/>
            <a:ext cx="3834384" cy="17190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Write the same operation on both sides. Choose an operation that makes the equation simpler.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52899" y="4215383"/>
            <a:ext cx="0" cy="685800"/>
          </a:xfrm>
          <a:prstGeom prst="line">
            <a:avLst/>
          </a:prstGeom>
          <a:ln w="15240">
            <a:solidFill>
              <a:srgbClr val="81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84392" y="3136391"/>
            <a:ext cx="4040123" cy="1874519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5832" y="3227832"/>
            <a:ext cx="3834384" cy="17190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Write the same operation on both sides. Choose an operation that makes the equation simpler.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15883" y="4215383"/>
            <a:ext cx="0" cy="685800"/>
          </a:xfrm>
          <a:prstGeom prst="line">
            <a:avLst/>
          </a:prstGeom>
          <a:ln w="15240">
            <a:solidFill>
              <a:srgbClr val="81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0247376" y="3136391"/>
            <a:ext cx="4040123" cy="1874519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8816" y="3227832"/>
            <a:ext cx="3834384" cy="17190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Write the same operation on both sides. Choose an operation that makes the equation simpler.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2278868" y="4215383"/>
            <a:ext cx="0" cy="685800"/>
          </a:xfrm>
          <a:prstGeom prst="line">
            <a:avLst/>
          </a:prstGeom>
          <a:ln w="15240">
            <a:solidFill>
              <a:srgbClr val="81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20040" y="5010912"/>
            <a:ext cx="1773936" cy="10515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" y="5120640"/>
            <a:ext cx="1581912" cy="8686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Find the Unknown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21408" y="5010912"/>
            <a:ext cx="4040123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12848" y="5102351"/>
            <a:ext cx="3834384" cy="896111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Continue until x is alone. Keep the left and right sides balanced.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84392" y="5010912"/>
            <a:ext cx="4040123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75832" y="5102351"/>
            <a:ext cx="3834384" cy="896111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Continue until x is alone. Keep the left and right sides balanced.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7376" y="5010912"/>
            <a:ext cx="4040123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38816" y="5102351"/>
            <a:ext cx="3834384" cy="896111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Continue until x is alone. Keep the left and right sides balanced.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6062471"/>
            <a:ext cx="1773936" cy="15361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2336" y="6172199"/>
            <a:ext cx="1581912" cy="1353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Check by Substitution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21408" y="6062471"/>
            <a:ext cx="4040123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12848" y="6153911"/>
            <a:ext cx="3834384" cy="13807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Put your value into the original equation. Work out both sides and compare.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84392" y="6062471"/>
            <a:ext cx="4040123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5832" y="6153911"/>
            <a:ext cx="3834384" cy="13807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Put your value into the original equation. Work out both sides and compare.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47376" y="6062471"/>
            <a:ext cx="4040123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38816" y="6153911"/>
            <a:ext cx="3834384" cy="13807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Put your value into the original equation. Work out both sides and compare.</a:t>
            </a:r>
          </a:p>
        </p:txBody>
      </p:sp>
      <p:sp>
        <p:nvSpPr>
          <p:cNvPr id="56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Step-by-step practice 2 • Copy the centre line and show each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121408" y="1115568"/>
            <a:ext cx="4040123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39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4392" y="1115568"/>
            <a:ext cx="4040123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1824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7376" y="1115568"/>
            <a:ext cx="4040123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74808" y="1147572"/>
            <a:ext cx="3980688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1773936" cy="5943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691640"/>
            <a:ext cx="1581912" cy="4114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Equation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1408" y="1581912"/>
            <a:ext cx="4040123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12848" y="1673352"/>
            <a:ext cx="3834384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6x = -18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392" y="1581912"/>
            <a:ext cx="4040123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5832" y="1673352"/>
            <a:ext cx="3834384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4x − 9 = 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7376" y="1581912"/>
            <a:ext cx="4040123" cy="5943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8816" y="1673352"/>
            <a:ext cx="3834384" cy="4389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5(x − 2) = 2x + 23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176272"/>
            <a:ext cx="1773936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2286000"/>
            <a:ext cx="1581912" cy="7772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Simplify the Equation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21408" y="2176272"/>
            <a:ext cx="4040123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12848" y="2267712"/>
            <a:ext cx="3834384" cy="8046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Collect like terms or factorise if useful. Copy the equation with a line through the equals sign.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4392" y="2176272"/>
            <a:ext cx="4040123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5832" y="2267712"/>
            <a:ext cx="3834384" cy="8046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Collect like terms or factorise if useful. Copy the equation with a line through the equals sign.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47376" y="2176272"/>
            <a:ext cx="4040123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8816" y="2267712"/>
            <a:ext cx="3834384" cy="8046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Collect like terms or factorise if useful. Copy the equation with a line through the equals sign.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136391"/>
            <a:ext cx="1773936" cy="1874519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" y="3246120"/>
            <a:ext cx="1581912" cy="1691639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Use Inverse Operations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21408" y="3136391"/>
            <a:ext cx="4040123" cy="1874519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12848" y="3227832"/>
            <a:ext cx="3834384" cy="17190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Write the same operation on both sides. Choose an operation that makes the equation simpler.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52899" y="4215383"/>
            <a:ext cx="0" cy="685800"/>
          </a:xfrm>
          <a:prstGeom prst="line">
            <a:avLst/>
          </a:prstGeom>
          <a:ln w="15240">
            <a:solidFill>
              <a:srgbClr val="81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84392" y="3136391"/>
            <a:ext cx="4040123" cy="1874519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5832" y="3227832"/>
            <a:ext cx="3834384" cy="17190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Write the same operation on both sides. Choose an operation that makes the equation simpler.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15883" y="4215383"/>
            <a:ext cx="0" cy="685800"/>
          </a:xfrm>
          <a:prstGeom prst="line">
            <a:avLst/>
          </a:prstGeom>
          <a:ln w="15240">
            <a:solidFill>
              <a:srgbClr val="81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0247376" y="3136391"/>
            <a:ext cx="4040123" cy="1874519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8816" y="3227832"/>
            <a:ext cx="3834384" cy="17190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Write the same operation on both sides. Choose an operation that makes the equation simpler.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2278868" y="4215383"/>
            <a:ext cx="0" cy="685800"/>
          </a:xfrm>
          <a:prstGeom prst="line">
            <a:avLst/>
          </a:prstGeom>
          <a:ln w="15240">
            <a:solidFill>
              <a:srgbClr val="819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320040" y="5010912"/>
            <a:ext cx="1773936" cy="10515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2336" y="5120640"/>
            <a:ext cx="1581912" cy="86868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Find the Unknown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21408" y="5010912"/>
            <a:ext cx="4040123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12848" y="5102351"/>
            <a:ext cx="3834384" cy="896111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Continue until x is alone. Keep the left and right sides balanced.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84392" y="5010912"/>
            <a:ext cx="4040123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75832" y="5102351"/>
            <a:ext cx="3834384" cy="896111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Continue until x is alone. Keep the left and right sides balanced.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7376" y="5010912"/>
            <a:ext cx="4040123" cy="10515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38816" y="5102351"/>
            <a:ext cx="3834384" cy="896111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Continue until x is alone. Keep the left and right sides balanced.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6062471"/>
            <a:ext cx="1773936" cy="1536192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2336" y="6172199"/>
            <a:ext cx="1581912" cy="1353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Check by Substitution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21408" y="6062471"/>
            <a:ext cx="4040123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12848" y="6153911"/>
            <a:ext cx="3834384" cy="13807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Put your value into the original equation. Work out both sides and compare.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84392" y="6062471"/>
            <a:ext cx="4040123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5832" y="6153911"/>
            <a:ext cx="3834384" cy="13807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Put your value into the original equation. Work out both sides and compare.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47376" y="6062471"/>
            <a:ext cx="4040123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38816" y="6153911"/>
            <a:ext cx="3834384" cy="138074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Put your value into the original equation. Work out both sides and compare.</a:t>
            </a:r>
          </a:p>
        </p:txBody>
      </p:sp>
      <p:sp>
        <p:nvSpPr>
          <p:cNvPr id="56" name="Progression curved arrow: Thread 1 to Thread 2"/>
          <p:cNvSpPr/>
          <p:nvPr/>
        </p:nvSpPr>
        <p:spPr>
          <a:xfrm>
            <a:off x="5850635" y="735112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rogression curved arrow: Thread 2 to Thread 3"/>
          <p:cNvSpPr/>
          <p:nvPr/>
        </p:nvSpPr>
        <p:spPr>
          <a:xfrm>
            <a:off x="9865783" y="734263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Spot the errors • Find the first wrong step, correct it and finish.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27632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682496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x + 8 = 19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24328" y="2148840"/>
            <a:ext cx="0" cy="56692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51560" y="2130552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 + 8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4" y="2130552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21305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21305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2281428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+ 8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15384" y="2281428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+ 8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404872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98064" y="2404872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240487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240487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666744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721607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x − 5 = 8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24328" y="4187951"/>
            <a:ext cx="0" cy="56692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51560" y="4169663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 − 5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98064" y="4169663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14600" y="416966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4600" y="416966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4320540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− 5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15384" y="4320540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− 5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443983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98064" y="4443983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4600" y="444398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14600" y="444398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705856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79" y="5760720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6x = 24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624328" y="6227064"/>
            <a:ext cx="0" cy="56692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51560" y="6208776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98064" y="6208776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14600" y="620877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14600" y="620877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" y="63596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− 6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15384" y="63596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− 6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" y="6483096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98064" y="6483096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14600" y="648309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14600" y="648309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83480" y="1627632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74920" y="1682496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3x + 6 = 30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287768" y="2148840"/>
            <a:ext cx="0" cy="84124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715000" y="2130552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3x + 6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61504" y="2130552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78040" y="21305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78040" y="21305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02352" y="2281428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− 6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78824" y="2281428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+ 6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15000" y="2404872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61504" y="2404872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78040" y="240487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78040" y="240487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02352" y="2555748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÷ 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78824" y="2555748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÷ 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15000" y="2679192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61504" y="2679192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78040" y="267919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78040" y="267919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83480" y="3666744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74920" y="3721607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4x − 8 = 16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287768" y="4187951"/>
            <a:ext cx="0" cy="841249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715000" y="4169663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4x − 8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61504" y="4169663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78040" y="416966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78040" y="416966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02352" y="4320540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+ 8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78824" y="4320540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− 8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15000" y="4443983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61504" y="4443983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78040" y="444398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78040" y="444398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02352" y="4594859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÷ 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78824" y="4594859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÷ 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15000" y="4718303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61504" y="4718303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178040" y="471830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178040" y="471830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983480" y="5705856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74920" y="5760720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5x + 10 = 45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7287768" y="6227064"/>
            <a:ext cx="0" cy="84124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5715000" y="6208776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5x + 10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61504" y="6208776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78040" y="620877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78040" y="620877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02352" y="63596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÷ 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878824" y="635965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÷ 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715000" y="6483096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 + 10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461504" y="6483096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178040" y="648309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178040" y="648309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102352" y="663397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− 10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878824" y="663397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− 10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715000" y="6757416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61504" y="6757416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−1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178040" y="675741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178040" y="675741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646920" y="1627632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738360" y="1682496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1.  2(x + 5) = 30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1951208" y="2148840"/>
            <a:ext cx="0" cy="111556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0378440" y="2130552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2(x + 5)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124944" y="2130552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1841480" y="213055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1841480" y="213055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78440" y="2404872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2x + 5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124944" y="2404872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1841480" y="240487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841480" y="240487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765792" y="2555748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− 5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3542264" y="2555748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− 5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378440" y="2679192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2x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124944" y="2679192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1841480" y="267919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1841480" y="267919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765792" y="2830068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÷ 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3542264" y="2830068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÷ 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378440" y="2953512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2124944" y="2953512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12.5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1841480" y="2953512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41480" y="2953512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646920" y="3666744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738360" y="3721607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2.  4x + 3 = 2x + 33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11951208" y="4187951"/>
            <a:ext cx="0" cy="1115569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10378440" y="4169663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4x + 3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2124944" y="4169663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2x + 33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1841480" y="416966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1841480" y="416966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765792" y="4320540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+ 2x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3542264" y="4320540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− 2x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378440" y="4443983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6x + 3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124944" y="4443983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1841480" y="444398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1841480" y="444398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765792" y="4594859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− 3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3542264" y="4594859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− 3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378440" y="4718303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6x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2124944" y="4718303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1841480" y="471830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1841480" y="471830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765792" y="4869179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÷ 6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3542264" y="4869179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÷ 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378440" y="4992623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124944" y="4992623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841480" y="4992623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841480" y="4992623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646920" y="5705856"/>
            <a:ext cx="4631436" cy="197510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738360" y="5760720"/>
            <a:ext cx="443484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20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A"/>
                </a:solidFill>
                <a:latin typeface="Arial"/>
              </a:defRPr>
            </a:pPr>
            <a:r>
              <a:t>3.  3(x − 4) = x − 16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11951208" y="6227064"/>
            <a:ext cx="0" cy="1389888"/>
          </a:xfrm>
          <a:prstGeom prst="line">
            <a:avLst/>
          </a:prstGeom>
          <a:ln w="15240">
            <a:solidFill>
              <a:srgbClr val="8193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10378440" y="6208776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3(x − 4)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2124944" y="6208776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 − 16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1841480" y="620877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1841480" y="620877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378440" y="6483096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3x − 4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2124944" y="6483096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 − 16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1841480" y="648309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1841480" y="648309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765792" y="663397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− x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3542264" y="663397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− x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378440" y="6757416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2x − 4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2124944" y="6757416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−16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1841480" y="675741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1841480" y="675741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765792" y="690829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+ 4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3542264" y="690829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+ 4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378440" y="7031736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2x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2124944" y="7031736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−12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1841480" y="703173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1841480" y="703173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765792" y="718261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÷ 2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3542264" y="7182612"/>
            <a:ext cx="5943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1456"/>
              </a:lnSpc>
              <a:spcAft>
                <a:spcPts val="0"/>
              </a:spcAft>
              <a:defRPr sz="1300" b="0">
                <a:solidFill>
                  <a:srgbClr val="3559A2"/>
                </a:solidFill>
                <a:latin typeface="Arial"/>
              </a:defRPr>
            </a:pPr>
            <a:r>
              <a:t>÷ 2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378440" y="7306056"/>
            <a:ext cx="1417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x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2124944" y="7306056"/>
            <a:ext cx="13990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−6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1841480" y="7306056"/>
            <a:ext cx="21945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1841480" y="7306056"/>
            <a:ext cx="21945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=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1 • Solve each equation and check by substitution.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M10-S04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+ 6 = -2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8 = x − 6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− 7 = 18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− 9 = -4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189 = 7x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4x =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811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− 3 = 57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811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8 + 7x = 71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6811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7x + 6 = -29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811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-9 + 6x = 39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6811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5x + x + 8 = 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6811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-3 + 2x = -11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836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3155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3(x − 3) = 2x − 11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3836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3155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5x + 10 = 20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836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3155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3x + 12 = 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3836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3155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4x + 2 = x + 14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3836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3155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5(x − 3) = x + 69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3836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3155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+ 12 = 126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2 • Solve each equation and check by substitution.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+ 8 = 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-14 = x − 8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5x = 65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÷ 2 = 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27 = x + 9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= 90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811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5x − 9 = -44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811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4x + x + 6 = 121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6811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5x + 8 = -7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811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8 + 3x = 80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6811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-5 + 3x = 73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6811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 + 2x = 18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836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3155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7(x − 5) = 2x + 50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3836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3155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6(x + 2) = x + 92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836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3155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6(x − 5) = 3x − 12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3836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3155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4x − 9 = 2x − 3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3836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3155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5(x − 7) = 4x − 23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3836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3155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3x + 15 = 108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3 • Solve each equation and check by substitution.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− 8 = -10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÷ 3 = -1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÷ 2 =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÷ 2 =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28 = x + 2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+ 8 = 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811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+ x − 9 = 33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811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2x + x − 9 = 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6811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+ x + 4 = 88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811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8 + 6x = -22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6811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23 = 7x + 2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6811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7x + 8 = 85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836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3155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+ 4 = 3x + 79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3836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3155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5(x + 6) = 165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836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3155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− 9 = 3x + 60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3836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3155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2x − 6 = 12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3836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3155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6(x − 3) = 90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3836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3155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+ 8 = 4x + 56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3990320" cy="45720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82B3A"/>
                </a:solidFill>
                <a:latin typeface="Arial"/>
              </a:defRPr>
            </a:pPr>
            <a:r>
              <a:t>Solving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04088"/>
            <a:ext cx="13990320" cy="34747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5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2"/>
                </a:solidFill>
                <a:latin typeface="Arial"/>
              </a:defRPr>
            </a:pPr>
            <a:r>
              <a:t>Independent practice 4 • Solve each equation and check by substitution.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973568"/>
            <a:ext cx="1078992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• No calculator • Show your working.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973568"/>
            <a:ext cx="3108960" cy="210312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M10-S07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4640580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115568"/>
            <a:ext cx="4640580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115568"/>
            <a:ext cx="4640580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147572"/>
            <a:ext cx="4581144" cy="329184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199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7x = 140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8775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11 = x − 6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÷ 5 = 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59943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2x =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÷ 2 = 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6611112"/>
            <a:ext cx="4640580" cy="100584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+ 7 =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811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3x − 3 = 54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83480" y="258775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811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6x + x − 5 = 100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8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6811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4x + 2 = 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80" y="459943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492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811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x + x − 3 = -11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6811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6 + 2x = -10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6611112"/>
            <a:ext cx="4640580" cy="100584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492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6811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5x + x − 9 = 69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20" y="158191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8360" y="17830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31552" y="17830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4(x + 6) = 80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6920" y="258775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38360" y="278892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31552" y="278892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2x − 14 = -6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46920" y="359359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8360" y="379476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31552" y="379476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4(x − 3) = -24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46920" y="459943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38360" y="480060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31552" y="480060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3x + 8 = x + 40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20" y="5605272"/>
            <a:ext cx="4640580" cy="100584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38360" y="580644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31552" y="580644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5(x + 4) = -15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20" y="6611112"/>
            <a:ext cx="4640580" cy="100584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38360" y="6812280"/>
            <a:ext cx="365760" cy="54864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A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31552" y="6812280"/>
            <a:ext cx="4059936" cy="594360"/>
          </a:xfrm>
          <a:prstGeom prst="rect">
            <a:avLst/>
          </a:prstGeom>
          <a:noFill/>
        </p:spPr>
        <p:txBody>
          <a:bodyPr wrap="square" lIns="54864" rIns="54864" tIns="22860" bIns="2286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182B3A"/>
                </a:solidFill>
                <a:latin typeface="Arial"/>
              </a:defRPr>
            </a:pPr>
            <a:r>
              <a:t>7(x + 6) = 91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49723" y="7552294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65327" y="7543800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