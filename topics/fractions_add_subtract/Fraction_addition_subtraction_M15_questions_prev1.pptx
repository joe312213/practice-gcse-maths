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Calculate and simplify.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508760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691639"/>
            <a:ext cx="36576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204825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206654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8077" y="1901952"/>
            <a:ext cx="44653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4609" y="1783080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4609" y="204825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24609" y="206654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9208" y="1508760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1691639"/>
            <a:ext cx="36576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783080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20" y="204825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46720" y="206654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3237" y="1901952"/>
            <a:ext cx="44653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9769" y="1783080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19769" y="204825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19769" y="206654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526279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709159"/>
            <a:ext cx="36576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00599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1560" y="506577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" y="508406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8077" y="4919471"/>
            <a:ext cx="44653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4609" y="4800599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24609" y="506577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24609" y="508406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9208" y="4526279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4709159"/>
            <a:ext cx="36576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919471"/>
            <a:ext cx="33540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127" y="4800599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82127" y="506577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82127" y="508406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8644" y="4919471"/>
            <a:ext cx="44653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5176" y="4800599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55176" y="506577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55176" y="508406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Technique recap • Equal-sized parts before adding or subtracting.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M15-RECAP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4692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" y="1783080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Keep the parts the same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242316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7" y="2688336"/>
            <a:ext cx="2367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1207" y="270662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2542032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6782" y="242316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76782" y="2688336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76782" y="270662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1207" y="3310128"/>
            <a:ext cx="2367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1207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6782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76782" y="33101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76782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8374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32355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32355" y="3310128"/>
            <a:ext cx="2367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832355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3948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7930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487930" y="33101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487930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" y="3785616"/>
            <a:ext cx="2814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640" y="366674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2640" y="3931920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2640" y="3950208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4232" y="3785616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58214" y="366674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58214" y="3931920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58214" y="3950208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" y="4572000"/>
            <a:ext cx="1447800" cy="365760"/>
          </a:xfrm>
          <a:prstGeom prst="rect">
            <a:avLst/>
          </a:prstGeom>
          <a:solidFill>
            <a:srgbClr val="BBDDDD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95856" y="4572000"/>
            <a:ext cx="1447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3656" y="4572000"/>
            <a:ext cx="1447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056" y="5148072"/>
            <a:ext cx="723900" cy="365760"/>
          </a:xfrm>
          <a:prstGeom prst="rect">
            <a:avLst/>
          </a:prstGeom>
          <a:solidFill>
            <a:srgbClr val="BBDDDD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1956" y="5148072"/>
            <a:ext cx="723900" cy="365760"/>
          </a:xfrm>
          <a:prstGeom prst="rect">
            <a:avLst/>
          </a:prstGeom>
          <a:solidFill>
            <a:srgbClr val="BBDDDD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95856" y="5148072"/>
            <a:ext cx="7239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19756" y="5148072"/>
            <a:ext cx="7239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43656" y="5148072"/>
            <a:ext cx="7239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67556" y="5148072"/>
            <a:ext cx="7239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6" y="5815584"/>
            <a:ext cx="4389120" cy="1554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The two strips are the same whole.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Multiply top and bottom by 2: the value stays the same.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11496" y="1783080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Use a common denominator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84648" y="2423160"/>
            <a:ext cx="2430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184648" y="2688336"/>
            <a:ext cx="2430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184648" y="2706624"/>
            <a:ext cx="2430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2590" y="2542032"/>
            <a:ext cx="3766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88"/>
              </a:lnSpc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9272" y="2423160"/>
            <a:ext cx="2430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859272" y="2688336"/>
            <a:ext cx="2430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59272" y="2706624"/>
            <a:ext cx="2430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84648" y="3163824"/>
            <a:ext cx="2909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88"/>
              </a:lnSpc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75604" y="3044952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475604" y="3310128"/>
            <a:ext cx="3764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475604" y="3328415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6897" y="3163824"/>
            <a:ext cx="3766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88"/>
              </a:lnSpc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83579" y="3044952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83579" y="3310128"/>
            <a:ext cx="3764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83579" y="3328415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84648" y="3785616"/>
            <a:ext cx="2909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88"/>
              </a:lnSpc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75604" y="3666744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475604" y="3931920"/>
            <a:ext cx="3764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475604" y="3950208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11496" y="4709160"/>
            <a:ext cx="4389120" cy="2651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Choose a common multiple: 12.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Multiply each numerator by the same factor as its denominator.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Only add or subtract the numerators.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Equal fractions subtract to zero: 3/5 − 3/5 = 0.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74936" y="1783080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Mixed numbers and simplifying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48088" y="2542032"/>
            <a:ext cx="27190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19995" y="242316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119995" y="2688336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119995" y="270662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11587" y="2542032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75569" y="242316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0775569" y="2688336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0775569" y="270662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48088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848088" y="33101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848088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39680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03662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503662" y="33101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0503662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95254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59236" y="3044952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1159236" y="3310128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1159236" y="3328415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577828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941810" y="3044952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1941810" y="3310128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1941810" y="3328415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48088" y="3785616"/>
            <a:ext cx="2814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29520" y="3666744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0129520" y="3931920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0129520" y="3950208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48088" y="428853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9848088" y="4553712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9848088" y="457200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39680" y="4407408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03662" y="428853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503662" y="4553712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0503662" y="457200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795254" y="4407408"/>
            <a:ext cx="6084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1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403711" y="428853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1403711" y="4553712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1403711" y="457200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774936" y="5303520"/>
            <a:ext cx="4389120" cy="21031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Whole × denominator + numerator gives the improper numerator.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Simplify by dividing top and bottom by the same factor.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For a mixed answer, divide: quotient is the whole; remainder is the numerator.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Calculate, simplify and give mixed answers where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19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19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387" y="1975103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5644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5644" y="2121408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5644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" y="2734056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02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6102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6102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19" y="3493008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02" y="3374135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6102" y="3639311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6102" y="3657600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5961888"/>
            <a:ext cx="4370832" cy="14630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Use equal-sized parts; change numerator and denominator together, then add or subtract only the numerators. Simplify the result.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66360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66360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3827" y="1975103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9084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79084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79084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2734056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79542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79542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79542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87009" y="2734056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2266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92266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92266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3493008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9542" y="3374135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79542" y="3639311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79542" y="3657600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251959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79542" y="4133087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479542" y="43982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79542" y="44165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5961888"/>
            <a:ext cx="4370832" cy="14630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Use equal-sized parts; change numerator and denominator together, then add or subtract only the numerators. Simplify the result.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9800" y="1975103"/>
            <a:ext cx="30365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3457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133457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133457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40924" y="1975103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46181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846181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846181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800" y="2734056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2982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142982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142982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50449" y="2734056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5706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855706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855706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29800" y="3493008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2982" y="3374135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142982" y="3639311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142982" y="3657600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93324" y="3493008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8581" y="3374135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998581" y="3639311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998581" y="3657600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29800" y="4251959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42982" y="4133087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142982" y="439826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0142982" y="441655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74936" y="5961888"/>
            <a:ext cx="4370832" cy="14630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Use equal-sized parts; change numerator and denominator together, then add or subtract only the numerators. Simplify the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Calculate and simplify.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72768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04288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04288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5880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9861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59861" y="1938528"/>
            <a:ext cx="2367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59861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4392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7272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67272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67272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8864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846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22846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22846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7376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30256" y="1792224"/>
            <a:ext cx="27190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2163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702163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702163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93755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57737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357737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357737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04872"/>
            <a:ext cx="1773936" cy="11430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2514600"/>
            <a:ext cx="1572768" cy="9601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Prepare the Fractions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31136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4120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57104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547872"/>
            <a:ext cx="1773936" cy="13258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3657600"/>
            <a:ext cx="1572768" cy="11430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a Common Denominator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31136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4120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57104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873752"/>
            <a:ext cx="1773936" cy="12344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" y="4983480"/>
            <a:ext cx="1572768" cy="10515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Add or Subtract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21408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31136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84392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4120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7376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57104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6108192"/>
            <a:ext cx="1773936" cy="14904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2336" y="6217920"/>
            <a:ext cx="1572768" cy="13075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Answer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21408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31136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84392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4120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47376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57104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72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Calculate and simplify.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72768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1673352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04288" y="1938528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04288" y="1956816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2880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6862" y="1673352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86862" y="1938528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86862" y="1956816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4392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7272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67272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67272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8864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846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22846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22846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7376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30256" y="1792224"/>
            <a:ext cx="27190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2163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702163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702163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93755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57737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357737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357737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04872"/>
            <a:ext cx="1773936" cy="11430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2514600"/>
            <a:ext cx="1572768" cy="9601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Prepare the Fractions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31136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4120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57104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547872"/>
            <a:ext cx="1773936" cy="13258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3657600"/>
            <a:ext cx="1572768" cy="11430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a Common Denominator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31136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4120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57104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873752"/>
            <a:ext cx="1773936" cy="12344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" y="4983480"/>
            <a:ext cx="1572768" cy="10515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Add or Subtract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21408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31136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84392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4120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7376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57104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6108192"/>
            <a:ext cx="1773936" cy="14904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2336" y="6217920"/>
            <a:ext cx="1572768" cy="13075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Answer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21408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31136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84392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4120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47376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57104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72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Spot the errors • Find the first wrong step and correct the full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55648"/>
            <a:ext cx="301752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0392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0392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34" y="181051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7391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77391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77391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225856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949" y="213969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15949" y="2404872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15949" y="242316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794759"/>
            <a:ext cx="301752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730752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0392" y="3995928"/>
            <a:ext cx="3507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0392" y="4014215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6035" y="3849624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7792" y="3730752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97792" y="3995928"/>
            <a:ext cx="3507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597792" y="4014215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297680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949" y="4178808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15949" y="4443984"/>
            <a:ext cx="3507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15949" y="4462272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4745736"/>
            <a:ext cx="421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5833872"/>
            <a:ext cx="301752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" y="576986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0392" y="603504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50392" y="605332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6283" y="5888736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8041" y="576986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598041" y="603504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598041" y="605332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6336792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949" y="621792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15949" y="6483096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15949" y="650138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" y="678484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949" y="666597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15949" y="6931152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15949" y="694944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8348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1755648"/>
            <a:ext cx="301752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13832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513832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513832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99074" y="181051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40831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140831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140831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13832" y="225856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79389" y="213969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779389" y="2404872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779389" y="242316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64631" y="2258568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6388" y="213969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406388" y="2404872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406388" y="242316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13832" y="2706624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79389" y="2587752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779389" y="2852928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779389" y="287121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8348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74920" y="3794759"/>
            <a:ext cx="301752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13832" y="373075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513832" y="3995928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13832" y="4014215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19724" y="3849624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1481" y="3730752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261481" y="3995928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261481" y="4014215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13832" y="4297680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79389" y="417880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779389" y="4443984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779389" y="446227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85281" y="4297680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27038" y="417880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527038" y="4443984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527038" y="446227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13832" y="4745736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79389" y="462686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779389" y="489204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779389" y="491032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98348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74920" y="5833872"/>
            <a:ext cx="301752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13832" y="576986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5513832" y="6035040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5513832" y="6053328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99074" y="5888736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40831" y="576986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6140831" y="603504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140831" y="605332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13832" y="6336792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79389" y="621792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5779389" y="6483096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779389" y="650138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85281" y="633679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27038" y="621792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527038" y="6483096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527038" y="650138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13832" y="678484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79389" y="666597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5779389" y="6931152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779389" y="694944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64692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738360" y="1755648"/>
            <a:ext cx="301752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77272" y="1810512"/>
            <a:ext cx="25920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436479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436479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436479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721721" y="181051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063478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1063478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1063478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77272" y="225856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442829" y="213969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0442829" y="2404872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10442829" y="242316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728071" y="2258568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069828" y="213969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11069828" y="2404872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1069828" y="242316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177272" y="2706624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42829" y="258775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0442829" y="2852928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10442829" y="287121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64692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738360" y="3794759"/>
            <a:ext cx="301752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177272" y="3849624"/>
            <a:ext cx="25920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436479" y="3730752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0436479" y="3995928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0436479" y="4014215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721721" y="3849624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063478" y="3730752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11063478" y="3995928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11063478" y="4014215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177272" y="4297680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442829" y="417880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0442829" y="4443984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0442829" y="446227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848721" y="4297680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190478" y="417880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11190478" y="4443984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11190478" y="446227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177272" y="4745736"/>
            <a:ext cx="4973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1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674604" y="462686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10674604" y="489204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10674604" y="491032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64692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738360" y="5833872"/>
            <a:ext cx="301752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177272" y="5888736"/>
            <a:ext cx="25920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436479" y="576986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10436479" y="6035040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10436479" y="6053328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21721" y="5888736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3478" y="576986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11063478" y="6035040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11063478" y="6053328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177272" y="6336792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442829" y="621792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0442829" y="6483096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10442829" y="650138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848721" y="633679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190478" y="621792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11190478" y="648309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11190478" y="650138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177272" y="678484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442829" y="666597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10442829" y="6931152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0442829" y="694944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177272" y="7232904"/>
            <a:ext cx="4973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1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674604" y="7114032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0674604" y="7379208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10674604" y="739749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Simplify; write mixed answers if greater than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399" y="202082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39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186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124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11249" y="202082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1124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399" y="302666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39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186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124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11249" y="302666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124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99" y="376732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399" y="403250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399" y="4050791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4444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3826" y="376732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53826" y="403250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53826" y="4050791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77316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399" y="503834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399" y="505663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64444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53826" y="477316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753826" y="503834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53826" y="505663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399" y="577900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399" y="6044184"/>
            <a:ext cx="3954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4399" y="606247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64742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4124" y="577900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754124" y="604418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54124" y="606247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39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399" y="705002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1439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186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1124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11249" y="705002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1124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20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7784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7784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530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4689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274689" y="20208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274689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20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7840" y="276148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77840" y="302666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77840" y="304495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28182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7564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417564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417564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57784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7784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530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74689" y="376732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274689" y="403250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274689" y="4050791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74920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77840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577840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77840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8530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74689" y="477316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274689" y="503834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274689" y="505663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84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57784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7784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8530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7468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274689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27468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74920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57784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7784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8530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7468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274689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7468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8360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874519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35412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0535412" y="20208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0535412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85754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375136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1375136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1375136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738360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4128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024128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24128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54874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93812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0938129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093812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38360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41280" y="388620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535412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0535412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0535412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842879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232261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11232261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11232261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738360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241280" y="489204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535412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0535412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0535412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842879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232261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11232261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11232261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738360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4128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024128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1024128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54874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3812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0938129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1093812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738360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241280" y="690372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535412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0535412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0535412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842879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232261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11232261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11232261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7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Simplify; write mixed answers if greater than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" y="175564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399" y="202082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399" y="203911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4444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3826" y="175564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53826" y="202082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53826" y="203911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399" y="302666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39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186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124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11249" y="302666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124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99" y="376732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399" y="4032504"/>
            <a:ext cx="3954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399" y="4050791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4742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4124" y="376732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54124" y="403250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54124" y="4050791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399" y="503834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39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186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1124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11249" y="503834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1124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399" y="577900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399" y="604418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4399" y="606247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64444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3826" y="577900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753826" y="604418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53826" y="606247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399" y="67848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399" y="7050024"/>
            <a:ext cx="3954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14399" y="70683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64742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54124" y="67848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754124" y="70500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754124" y="70683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20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77840" y="20208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77840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28182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17564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417564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417564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20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784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7784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7784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8530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468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274689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27468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57784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7784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530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7468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274689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27468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74920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77840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577840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77840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8530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74689" y="477316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274689" y="503834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274689" y="505663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84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57784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7784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8530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74689" y="577900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274689" y="604418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274689" y="606247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74920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57784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7784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8530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74689" y="67848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274689" y="70500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74689" y="70683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8360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24128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24128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54874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3812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938129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093812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738360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24128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024128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54874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93812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0938129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1093812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38360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24128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024128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1024128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54874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93812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0938129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093812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738360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241280" y="489204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535412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10535412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10535412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842879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232261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1232261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1232261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738360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241280" y="589788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535412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10535412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10535412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842879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32261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11232261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11232261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738360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4128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1024128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1024128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54874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93812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10938129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1093812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Simplify; write mixed answers if greater than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399" y="202082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39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186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124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11249" y="202082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1124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399" y="302666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39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186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124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11249" y="302666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124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9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399" y="403250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39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186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124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1249" y="403250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1124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77316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399" y="5038344"/>
            <a:ext cx="3954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399" y="505663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64742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54124" y="477316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754124" y="503834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54124" y="505663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399" y="577900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399" y="604418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4399" y="606247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64444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3826" y="577900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753826" y="604418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53826" y="606247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39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399" y="705002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1439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186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1124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11249" y="705002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1124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20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7784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7784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530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468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274689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27468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20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7840" y="276148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77840" y="302666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77840" y="304495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28182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7564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417564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417564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57784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7784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530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74689" y="376732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274689" y="403250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274689" y="4050791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74920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77840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577840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77840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8530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7468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274689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27468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84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57784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7784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8530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7468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274689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27468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74920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57784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7784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8530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7468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274689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7468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8360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874519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35412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0535412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0535412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842879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232261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1232261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1232261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738360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41280" y="288036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535412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0535412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0535412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842879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232261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11232261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1232261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738360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241280" y="388620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535412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0535412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0535412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842879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232261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11232261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232261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738360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41280" y="489204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535412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10535412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0535412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842879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232261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11232261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11232261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738360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1024128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1024128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54874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3812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10938129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1093812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738360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24128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024128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024128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54874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3812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10938129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1093812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Simplify; write mixed answers if greater than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399" y="202082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39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186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124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11249" y="202082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1124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276148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399" y="302666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399" y="304495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4444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3826" y="276148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53826" y="302666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3826" y="304495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9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399" y="403250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39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186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124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1249" y="403250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1124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399" y="503834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39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186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1124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11249" y="503834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1124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39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399" y="604418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439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2186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124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611249" y="604418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61124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39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399" y="705002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1439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186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1124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11249" y="705002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1124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20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7784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7784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530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468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274689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27468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20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784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7784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7784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8530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4689" y="276148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274689" y="302666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274689" y="304495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57784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7784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530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74689" y="376732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274689" y="403250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274689" y="4050791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74920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77840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577840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77840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8530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7468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274689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27468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84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57784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7784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8530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7468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274689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27468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74920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67848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577840" y="70500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77840" y="70683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028182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17564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417564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417564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8360" y="1837943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24128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24128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54874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3812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938129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093812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738360" y="284378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24128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024128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54874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93812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0938129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1093812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38360" y="384962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24128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024128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1024128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54874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938129" y="376732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0938129" y="403250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0938129" y="4050791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738360" y="485546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241280" y="477316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0241280" y="503834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0241280" y="505663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691324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080706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11080706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1080706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738360" y="586130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241280" y="589788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535412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10535412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10535412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842879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232261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11232261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11232261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738360" y="6867144"/>
            <a:ext cx="32004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690372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535412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10535412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10535412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842879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232261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11232261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11232261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