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100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63" r:id="rId16"/>
    <p:sldId id="256" r:id="rId3"/>
    <p:sldId id="265" r:id="rId18"/>
    <p:sldId id="257" r:id="rId4"/>
    <p:sldId id="258" r:id="rId5"/>
    <p:sldId id="266" r:id="rId17"/>
    <p:sldId id="259" r:id="rId6"/>
    <p:sldId id="260" r:id="rId7"/>
    <p:sldId id="261" r:id="rId8"/>
    <p:sldId id="262" r:id="rId9"/>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1001.xml"/><Relationship Id="rId4" Type="http://schemas.openxmlformats.org/officeDocument/2006/relationships/slide" Target="slides/slide1003.xml"/><Relationship Id="rId5" Type="http://schemas.openxmlformats.org/officeDocument/2006/relationships/slide" Target="slides/slide1004.xml"/><Relationship Id="rId6" Type="http://schemas.openxmlformats.org/officeDocument/2006/relationships/slide" Target="slides/slide1005.xml"/><Relationship Id="rId7" Type="http://schemas.openxmlformats.org/officeDocument/2006/relationships/slide" Target="slides/slide1006.xml"/><Relationship Id="rId8" Type="http://schemas.openxmlformats.org/officeDocument/2006/relationships/slide" Target="slides/slide1007.xml"/><Relationship Id="rId9" Type="http://schemas.openxmlformats.org/officeDocument/2006/relationships/slide" Target="slides/slide1008.xml"/><Relationship Id="rId16" Type="http://schemas.openxmlformats.org/officeDocument/2006/relationships/slide" Target="slides/slide1000.xml"/><Relationship Id="rId17" Type="http://schemas.openxmlformats.org/officeDocument/2006/relationships/slide" Target="slides/slide10.xml"/><Relationship Id="rId18" Type="http://schemas.openxmlformats.org/officeDocument/2006/relationships/slide" Target="slides/slide100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06568" y="2793491"/>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06568" y="4366260"/>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27336" y="2793491"/>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27336" y="479602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101072" y="723747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27336" y="679856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658100" y="4539994"/>
              <a:ext cx="146304"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6" y="4978907"/>
              <a:ext cx="146304"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1116056" y="4544566"/>
              <a:ext cx="146304"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100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empty grids to copy</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Size means columns × rows. Put the first number across the top and the second down the right.</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M01-TEMPLATES  •  Record your working in your booklet or webapp.</a:t>
            </a:r>
          </a:p>
        </p:txBody>
      </p:sp>
      <p:sp>
        <p:nvSpPr>
          <p:cNvPr id="6" name="TextBox 5"/>
          <p:cNvSpPr txBox="1"/>
          <p:nvPr/>
        </p:nvSpPr>
        <p:spPr>
          <a:xfrm>
            <a:off x="114300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2 × 2 grid</a:t>
            </a:r>
          </a:p>
        </p:txBody>
      </p:sp>
      <p:grpSp>
        <p:nvGrpSpPr>
          <p:cNvPr id="7" name="Empty 2 by 2 lattice template"/>
          <p:cNvGrpSpPr/>
          <p:nvPr/>
        </p:nvGrpSpPr>
        <p:grpSpPr>
          <a:xfrm>
            <a:off x="1371600" y="2011680"/>
            <a:ext cx="1060704" cy="1060704"/>
            <a:chOff x="1371600" y="2011680"/>
            <a:chExt cx="1060704" cy="1060704"/>
          </a:xfrm>
        </p:grpSpPr>
        <p:cxnSp>
          <p:nvCxnSpPr>
            <p:cNvPr id="8" name="Connector 7"/>
            <p:cNvCxnSpPr/>
            <p:nvPr/>
          </p:nvCxnSpPr>
          <p:spPr>
            <a:xfrm>
              <a:off x="137160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0195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3230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71600" y="2011680"/>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542032"/>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072384"/>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7160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0195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7160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0195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566928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2 grid</a:t>
            </a:r>
          </a:p>
        </p:txBody>
      </p:sp>
      <p:grpSp>
        <p:nvGrpSpPr>
          <p:cNvPr id="19" name="Empty 3 by 2 lattice template"/>
          <p:cNvGrpSpPr/>
          <p:nvPr/>
        </p:nvGrpSpPr>
        <p:grpSpPr>
          <a:xfrm>
            <a:off x="5897880" y="2011680"/>
            <a:ext cx="1591056" cy="1060704"/>
            <a:chOff x="5897880" y="2011680"/>
            <a:chExt cx="1591056" cy="1060704"/>
          </a:xfrm>
        </p:grpSpPr>
        <p:cxnSp>
          <p:nvCxnSpPr>
            <p:cNvPr id="20" name="Connector 19"/>
            <p:cNvCxnSpPr/>
            <p:nvPr/>
          </p:nvCxnSpPr>
          <p:spPr>
            <a:xfrm>
              <a:off x="589788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2823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5858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88936"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9788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8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9788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89788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2823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95858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42823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95858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33" name="TextBox 32"/>
          <p:cNvSpPr txBox="1"/>
          <p:nvPr/>
        </p:nvSpPr>
        <p:spPr>
          <a:xfrm>
            <a:off x="1033272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3 grid</a:t>
            </a:r>
          </a:p>
        </p:txBody>
      </p:sp>
      <p:grpSp>
        <p:nvGrpSpPr>
          <p:cNvPr id="34" name="Empty 3 by 3 lattice template"/>
          <p:cNvGrpSpPr/>
          <p:nvPr/>
        </p:nvGrpSpPr>
        <p:grpSpPr>
          <a:xfrm>
            <a:off x="10561320" y="2011680"/>
            <a:ext cx="1591056" cy="1591056"/>
            <a:chOff x="10561320" y="2011680"/>
            <a:chExt cx="1591056" cy="1591056"/>
          </a:xfrm>
        </p:grpSpPr>
        <p:cxnSp>
          <p:nvCxnSpPr>
            <p:cNvPr id="35" name="Connector 34"/>
            <p:cNvCxnSpPr/>
            <p:nvPr/>
          </p:nvCxnSpPr>
          <p:spPr>
            <a:xfrm>
              <a:off x="10561320"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91672"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622024"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152376"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6132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6132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6132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61320" y="3602736"/>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56132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109167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62202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56132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9167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62202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561320"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091672"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622024"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52" name="TextBox 51"/>
          <p:cNvSpPr txBox="1"/>
          <p:nvPr/>
        </p:nvSpPr>
        <p:spPr>
          <a:xfrm>
            <a:off x="315468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3 grid</a:t>
            </a:r>
          </a:p>
        </p:txBody>
      </p:sp>
      <p:grpSp>
        <p:nvGrpSpPr>
          <p:cNvPr id="53" name="Empty 4 by 3 lattice template"/>
          <p:cNvGrpSpPr/>
          <p:nvPr/>
        </p:nvGrpSpPr>
        <p:grpSpPr>
          <a:xfrm>
            <a:off x="3383280" y="4892040"/>
            <a:ext cx="2121408" cy="1591056"/>
            <a:chOff x="3383280" y="4892040"/>
            <a:chExt cx="2121408" cy="1591056"/>
          </a:xfrm>
        </p:grpSpPr>
        <p:cxnSp>
          <p:nvCxnSpPr>
            <p:cNvPr id="54" name="Connector 53"/>
            <p:cNvCxnSpPr/>
            <p:nvPr/>
          </p:nvCxnSpPr>
          <p:spPr>
            <a:xfrm>
              <a:off x="3383280"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13632"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43984"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974336"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04688"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8328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8328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8328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38328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91363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44398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433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38328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63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4398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7433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38328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91363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44398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97433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75" name="TextBox 74"/>
          <p:cNvSpPr txBox="1"/>
          <p:nvPr/>
        </p:nvSpPr>
        <p:spPr>
          <a:xfrm>
            <a:off x="877824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4 grid</a:t>
            </a:r>
          </a:p>
        </p:txBody>
      </p:sp>
      <p:grpSp>
        <p:nvGrpSpPr>
          <p:cNvPr id="76" name="Empty 4 by 4 lattice template"/>
          <p:cNvGrpSpPr/>
          <p:nvPr/>
        </p:nvGrpSpPr>
        <p:grpSpPr>
          <a:xfrm>
            <a:off x="9006840" y="4892040"/>
            <a:ext cx="2121408" cy="2121408"/>
            <a:chOff x="9006840" y="4892040"/>
            <a:chExt cx="2121408" cy="2121408"/>
          </a:xfrm>
        </p:grpSpPr>
        <p:cxnSp>
          <p:nvCxnSpPr>
            <p:cNvPr id="77" name="Connector 76"/>
            <p:cNvCxnSpPr/>
            <p:nvPr/>
          </p:nvCxnSpPr>
          <p:spPr>
            <a:xfrm>
              <a:off x="9006840"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37192"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067544"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597896"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1128248"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00684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00684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00684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00684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006840" y="7013448"/>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00684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53719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06754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59789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0684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53719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06754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59789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00684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53719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6754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59789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006840"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537192"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067544"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597896"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100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