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65" r:id="rId18"/>
    <p:sldId id="257" r:id="rId4"/>
    <p:sldId id="258" r:id="rId5"/>
    <p:sldId id="264"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6" Type="http://schemas.openxmlformats.org/officeDocument/2006/relationships/slide" Target="slides/slide1.xml"/><Relationship Id="rId17" Type="http://schemas.openxmlformats.org/officeDocument/2006/relationships/slide" Target="slides/slide6.xml"/><Relationship Id="rId18" Type="http://schemas.openxmlformats.org/officeDocument/2006/relationships/slide" Target="slides/slide3.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