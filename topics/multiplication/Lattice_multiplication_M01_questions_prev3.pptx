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57" r:id="rId4"/>
    <p:sldId id="258" r:id="rId5"/>
    <p:sldId id="264"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001.xml"/><Relationship Id="rId4" Type="http://schemas.openxmlformats.org/officeDocument/2006/relationships/slide" Target="slides/slide1002.xml"/><Relationship Id="rId5" Type="http://schemas.openxmlformats.org/officeDocument/2006/relationships/slide" Target="slides/slide1003.xml"/><Relationship Id="rId6" Type="http://schemas.openxmlformats.org/officeDocument/2006/relationships/slide" Target="slides/slide1004.xml"/><Relationship Id="rId7" Type="http://schemas.openxmlformats.org/officeDocument/2006/relationships/slide" Target="slides/slide1005.xml"/><Relationship Id="rId8" Type="http://schemas.openxmlformats.org/officeDocument/2006/relationships/slide" Target="slides/slide1006.xml"/><Relationship Id="rId9" Type="http://schemas.openxmlformats.org/officeDocument/2006/relationships/slide" Target="slides/slide1007.xml"/><Relationship Id="rId16" Type="http://schemas.openxmlformats.org/officeDocument/2006/relationships/slide" Target="slides/slide1000.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grpSp>
        <p:nvGrpSpPr>
          <p:cNvPr id="10" name="Student lattice with deliberate error"/>
          <p:cNvGrpSpPr/>
          <p:nvPr/>
        </p:nvGrpSpPr>
        <p:grpSpPr>
          <a:xfrm>
            <a:off x="548640" y="2130552"/>
            <a:ext cx="1033272" cy="649224"/>
            <a:chOff x="548640" y="2130552"/>
            <a:chExt cx="1033272" cy="649224"/>
          </a:xfrm>
        </p:grpSpPr>
        <p:sp>
          <p:nvSpPr>
            <p:cNvPr id="11" name="TextBox 10"/>
            <p:cNvSpPr txBox="1"/>
            <p:nvPr/>
          </p:nvSpPr>
          <p:spPr>
            <a:xfrm>
              <a:off x="54864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2" name="TextBox 11"/>
            <p:cNvSpPr txBox="1"/>
            <p:nvPr/>
          </p:nvSpPr>
          <p:spPr>
            <a:xfrm>
              <a:off x="941832"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 name="TextBox 12"/>
            <p:cNvSpPr txBox="1"/>
            <p:nvPr/>
          </p:nvSpPr>
          <p:spPr>
            <a:xfrm>
              <a:off x="1353312"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4" name="Rectangle 13"/>
            <p:cNvSpPr/>
            <p:nvPr/>
          </p:nvSpPr>
          <p:spPr>
            <a:xfrm>
              <a:off x="54864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54864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7" name="TextBox 16"/>
            <p:cNvSpPr txBox="1"/>
            <p:nvPr/>
          </p:nvSpPr>
          <p:spPr>
            <a:xfrm>
              <a:off x="73152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 name="Rectangle 17"/>
            <p:cNvSpPr/>
            <p:nvPr/>
          </p:nvSpPr>
          <p:spPr>
            <a:xfrm>
              <a:off x="941832"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941832"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41832"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 name="TextBox 20"/>
            <p:cNvSpPr txBox="1"/>
            <p:nvPr/>
          </p:nvSpPr>
          <p:spPr>
            <a:xfrm>
              <a:off x="1124712"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22" name="TextBox 21"/>
          <p:cNvSpPr txBox="1"/>
          <p:nvPr/>
        </p:nvSpPr>
        <p:spPr>
          <a:xfrm>
            <a:off x="2221991"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5=5; 1=1</a:t>
            </a:r>
          </a:p>
          <a:p>
            <a:pPr>
              <a:lnSpc>
                <a:spcPts val="1836"/>
              </a:lnSpc>
              <a:spcBef>
                <a:spcPts val="0"/>
              </a:spcBef>
              <a:spcAft>
                <a:spcPts val="0"/>
              </a:spcAft>
              <a:defRPr sz="1700" b="0">
                <a:solidFill>
                  <a:srgbClr val="182B3A"/>
                </a:solidFill>
                <a:latin typeface="Arial"/>
              </a:defRPr>
            </a:pPr>
            <a:r>
              <a:t>Answer: 158</a:t>
            </a:r>
          </a:p>
        </p:txBody>
      </p:sp>
      <p:sp>
        <p:nvSpPr>
          <p:cNvPr id="23" name="Rectangle 2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grpSp>
        <p:nvGrpSpPr>
          <p:cNvPr id="25" name="Student lattice with deliberate error"/>
          <p:cNvGrpSpPr/>
          <p:nvPr/>
        </p:nvGrpSpPr>
        <p:grpSpPr>
          <a:xfrm>
            <a:off x="548640" y="4133088"/>
            <a:ext cx="1033272" cy="649224"/>
            <a:chOff x="548640" y="4133088"/>
            <a:chExt cx="1033272" cy="649224"/>
          </a:xfrm>
        </p:grpSpPr>
        <p:sp>
          <p:nvSpPr>
            <p:cNvPr id="26" name="TextBox 25"/>
            <p:cNvSpPr txBox="1"/>
            <p:nvPr/>
          </p:nvSpPr>
          <p:spPr>
            <a:xfrm>
              <a:off x="54864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7" name="TextBox 26"/>
            <p:cNvSpPr txBox="1"/>
            <p:nvPr/>
          </p:nvSpPr>
          <p:spPr>
            <a:xfrm>
              <a:off x="941832"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8" name="TextBox 27"/>
            <p:cNvSpPr txBox="1"/>
            <p:nvPr/>
          </p:nvSpPr>
          <p:spPr>
            <a:xfrm>
              <a:off x="1353312"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29" name="Rectangle 28"/>
            <p:cNvSpPr/>
            <p:nvPr/>
          </p:nvSpPr>
          <p:spPr>
            <a:xfrm>
              <a:off x="54864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flipV="1">
              <a:off x="54864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32" name="TextBox 31"/>
            <p:cNvSpPr txBox="1"/>
            <p:nvPr/>
          </p:nvSpPr>
          <p:spPr>
            <a:xfrm>
              <a:off x="73152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33" name="Rectangle 32"/>
            <p:cNvSpPr/>
            <p:nvPr/>
          </p:nvSpPr>
          <p:spPr>
            <a:xfrm>
              <a:off x="941832"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flipV="1">
              <a:off x="941832"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1832"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36" name="TextBox 35"/>
            <p:cNvSpPr txBox="1"/>
            <p:nvPr/>
          </p:nvSpPr>
          <p:spPr>
            <a:xfrm>
              <a:off x="1124712"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grpSp>
      <p:sp>
        <p:nvSpPr>
          <p:cNvPr id="37" name="TextBox 36"/>
          <p:cNvSpPr txBox="1"/>
          <p:nvPr/>
        </p:nvSpPr>
        <p:spPr>
          <a:xfrm>
            <a:off x="2221991"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3=3; 12=12 → 2, c1; 5=5</a:t>
            </a:r>
          </a:p>
          <a:p>
            <a:pPr>
              <a:lnSpc>
                <a:spcPts val="1836"/>
              </a:lnSpc>
              <a:spcBef>
                <a:spcPts val="0"/>
              </a:spcBef>
              <a:spcAft>
                <a:spcPts val="0"/>
              </a:spcAft>
              <a:defRPr sz="1700" b="0">
                <a:solidFill>
                  <a:srgbClr val="182B3A"/>
                </a:solidFill>
                <a:latin typeface="Arial"/>
              </a:defRPr>
            </a:pPr>
            <a:r>
              <a:t>Answer: 523</a:t>
            </a:r>
          </a:p>
        </p:txBody>
      </p:sp>
      <p:sp>
        <p:nvSpPr>
          <p:cNvPr id="38" name="Rectangle 37"/>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75488"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grpSp>
        <p:nvGrpSpPr>
          <p:cNvPr id="40" name="Student lattice with deliberate error"/>
          <p:cNvGrpSpPr/>
          <p:nvPr/>
        </p:nvGrpSpPr>
        <p:grpSpPr>
          <a:xfrm>
            <a:off x="548640" y="6135624"/>
            <a:ext cx="1033272" cy="941832"/>
            <a:chOff x="548640" y="6135624"/>
            <a:chExt cx="1033272" cy="941832"/>
          </a:xfrm>
        </p:grpSpPr>
        <p:sp>
          <p:nvSpPr>
            <p:cNvPr id="41" name="TextBox 40"/>
            <p:cNvSpPr txBox="1"/>
            <p:nvPr/>
          </p:nvSpPr>
          <p:spPr>
            <a:xfrm>
              <a:off x="54864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2" name="TextBox 41"/>
            <p:cNvSpPr txBox="1"/>
            <p:nvPr/>
          </p:nvSpPr>
          <p:spPr>
            <a:xfrm>
              <a:off x="941832"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43" name="TextBox 42"/>
            <p:cNvSpPr txBox="1"/>
            <p:nvPr/>
          </p:nvSpPr>
          <p:spPr>
            <a:xfrm>
              <a:off x="1353312"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4" name="Rectangle 43"/>
            <p:cNvSpPr/>
            <p:nvPr/>
          </p:nvSpPr>
          <p:spPr>
            <a:xfrm>
              <a:off x="54864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flipV="1">
              <a:off x="54864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864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47" name="TextBox 46"/>
            <p:cNvSpPr txBox="1"/>
            <p:nvPr/>
          </p:nvSpPr>
          <p:spPr>
            <a:xfrm>
              <a:off x="73152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9</a:t>
              </a:r>
            </a:p>
          </p:txBody>
        </p:sp>
        <p:sp>
          <p:nvSpPr>
            <p:cNvPr id="48" name="Rectangle 47"/>
            <p:cNvSpPr/>
            <p:nvPr/>
          </p:nvSpPr>
          <p:spPr>
            <a:xfrm>
              <a:off x="941832"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941832"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1832"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51" name="TextBox 50"/>
            <p:cNvSpPr txBox="1"/>
            <p:nvPr/>
          </p:nvSpPr>
          <p:spPr>
            <a:xfrm>
              <a:off x="1124712"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52" name="TextBox 51"/>
            <p:cNvSpPr txBox="1"/>
            <p:nvPr/>
          </p:nvSpPr>
          <p:spPr>
            <a:xfrm>
              <a:off x="548640" y="6821424"/>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53" name="TextBox 52"/>
          <p:cNvSpPr txBox="1"/>
          <p:nvPr/>
        </p:nvSpPr>
        <p:spPr>
          <a:xfrm>
            <a:off x="2221991"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4+1=5</a:t>
            </a:r>
          </a:p>
          <a:p>
            <a:pPr>
              <a:lnSpc>
                <a:spcPts val="1836"/>
              </a:lnSpc>
              <a:spcBef>
                <a:spcPts val="0"/>
              </a:spcBef>
              <a:spcAft>
                <a:spcPts val="0"/>
              </a:spcAft>
              <a:defRPr sz="1700" b="0">
                <a:solidFill>
                  <a:srgbClr val="182B3A"/>
                </a:solidFill>
                <a:latin typeface="Arial"/>
              </a:defRPr>
            </a:pPr>
            <a:r>
              <a:t>Answer: 5132</a:t>
            </a:r>
          </a:p>
        </p:txBody>
      </p:sp>
      <p:sp>
        <p:nvSpPr>
          <p:cNvPr id="54" name="Rectangle 53"/>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56" name="Rectangle 55"/>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096256"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grpSp>
        <p:nvGrpSpPr>
          <p:cNvPr id="58" name="Student lattice with deliberate error"/>
          <p:cNvGrpSpPr/>
          <p:nvPr/>
        </p:nvGrpSpPr>
        <p:grpSpPr>
          <a:xfrm>
            <a:off x="5169408" y="2130552"/>
            <a:ext cx="1033272" cy="1042416"/>
            <a:chOff x="5169408" y="2130552"/>
            <a:chExt cx="1033272" cy="1042416"/>
          </a:xfrm>
        </p:grpSpPr>
        <p:sp>
          <p:nvSpPr>
            <p:cNvPr id="59" name="TextBox 58"/>
            <p:cNvSpPr txBox="1"/>
            <p:nvPr/>
          </p:nvSpPr>
          <p:spPr>
            <a:xfrm>
              <a:off x="516940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60" name="TextBox 59"/>
            <p:cNvSpPr txBox="1"/>
            <p:nvPr/>
          </p:nvSpPr>
          <p:spPr>
            <a:xfrm>
              <a:off x="556260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61" name="TextBox 60"/>
            <p:cNvSpPr txBox="1"/>
            <p:nvPr/>
          </p:nvSpPr>
          <p:spPr>
            <a:xfrm>
              <a:off x="597408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1</a:t>
              </a:r>
            </a:p>
          </p:txBody>
        </p:sp>
        <p:sp>
          <p:nvSpPr>
            <p:cNvPr id="62" name="TextBox 61"/>
            <p:cNvSpPr txBox="1"/>
            <p:nvPr/>
          </p:nvSpPr>
          <p:spPr>
            <a:xfrm>
              <a:off x="597408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63" name="Rectangle 62"/>
            <p:cNvSpPr/>
            <p:nvPr/>
          </p:nvSpPr>
          <p:spPr>
            <a:xfrm>
              <a:off x="516940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4" name="Connector 63"/>
            <p:cNvCxnSpPr/>
            <p:nvPr/>
          </p:nvCxnSpPr>
          <p:spPr>
            <a:xfrm flipV="1">
              <a:off x="516940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6940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66" name="TextBox 65"/>
            <p:cNvSpPr txBox="1"/>
            <p:nvPr/>
          </p:nvSpPr>
          <p:spPr>
            <a:xfrm>
              <a:off x="535228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67" name="Rectangle 66"/>
            <p:cNvSpPr/>
            <p:nvPr/>
          </p:nvSpPr>
          <p:spPr>
            <a:xfrm>
              <a:off x="556260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Connector 67"/>
            <p:cNvCxnSpPr/>
            <p:nvPr/>
          </p:nvCxnSpPr>
          <p:spPr>
            <a:xfrm flipV="1">
              <a:off x="5562600" y="2386584"/>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56260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0" name="TextBox 69"/>
            <p:cNvSpPr txBox="1"/>
            <p:nvPr/>
          </p:nvSpPr>
          <p:spPr>
            <a:xfrm>
              <a:off x="574548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71" name="Rectangle 70"/>
            <p:cNvSpPr/>
            <p:nvPr/>
          </p:nvSpPr>
          <p:spPr>
            <a:xfrm>
              <a:off x="516940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2" name="Connector 71"/>
            <p:cNvCxnSpPr/>
            <p:nvPr/>
          </p:nvCxnSpPr>
          <p:spPr>
            <a:xfrm flipV="1">
              <a:off x="516940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6940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74" name="TextBox 73"/>
            <p:cNvSpPr txBox="1"/>
            <p:nvPr/>
          </p:nvSpPr>
          <p:spPr>
            <a:xfrm>
              <a:off x="535228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75" name="Rectangle 74"/>
            <p:cNvSpPr/>
            <p:nvPr/>
          </p:nvSpPr>
          <p:spPr>
            <a:xfrm>
              <a:off x="556260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6" name="Connector 75"/>
            <p:cNvCxnSpPr/>
            <p:nvPr/>
          </p:nvCxnSpPr>
          <p:spPr>
            <a:xfrm flipV="1">
              <a:off x="5562600" y="277977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56260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78" name="TextBox 77"/>
            <p:cNvSpPr txBox="1"/>
            <p:nvPr/>
          </p:nvSpPr>
          <p:spPr>
            <a:xfrm>
              <a:off x="574548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79" name="TextBox 78"/>
          <p:cNvSpPr txBox="1"/>
          <p:nvPr/>
        </p:nvSpPr>
        <p:spPr>
          <a:xfrm>
            <a:off x="6842760"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12=12 → 2, c1; 4+1=5; 0=0</a:t>
            </a:r>
          </a:p>
          <a:p>
            <a:pPr>
              <a:lnSpc>
                <a:spcPts val="1836"/>
              </a:lnSpc>
              <a:spcBef>
                <a:spcPts val="0"/>
              </a:spcBef>
              <a:spcAft>
                <a:spcPts val="0"/>
              </a:spcAft>
              <a:defRPr sz="1700" b="0">
                <a:solidFill>
                  <a:srgbClr val="182B3A"/>
                </a:solidFill>
                <a:latin typeface="Arial"/>
              </a:defRPr>
            </a:pPr>
            <a:r>
              <a:t>Answer: 526</a:t>
            </a:r>
          </a:p>
        </p:txBody>
      </p:sp>
      <p:sp>
        <p:nvSpPr>
          <p:cNvPr id="80" name="Rectangle 7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096256"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grpSp>
        <p:nvGrpSpPr>
          <p:cNvPr id="82" name="Student lattice with deliberate error"/>
          <p:cNvGrpSpPr/>
          <p:nvPr/>
        </p:nvGrpSpPr>
        <p:grpSpPr>
          <a:xfrm>
            <a:off x="5169408" y="4133088"/>
            <a:ext cx="1033272" cy="1042416"/>
            <a:chOff x="5169408" y="4133088"/>
            <a:chExt cx="1033272" cy="1042416"/>
          </a:xfrm>
        </p:grpSpPr>
        <p:sp>
          <p:nvSpPr>
            <p:cNvPr id="83" name="TextBox 82"/>
            <p:cNvSpPr txBox="1"/>
            <p:nvPr/>
          </p:nvSpPr>
          <p:spPr>
            <a:xfrm>
              <a:off x="516940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84" name="TextBox 83"/>
            <p:cNvSpPr txBox="1"/>
            <p:nvPr/>
          </p:nvSpPr>
          <p:spPr>
            <a:xfrm>
              <a:off x="556260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85" name="TextBox 84"/>
            <p:cNvSpPr txBox="1"/>
            <p:nvPr/>
          </p:nvSpPr>
          <p:spPr>
            <a:xfrm>
              <a:off x="597408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86" name="TextBox 85"/>
            <p:cNvSpPr txBox="1"/>
            <p:nvPr/>
          </p:nvSpPr>
          <p:spPr>
            <a:xfrm>
              <a:off x="597408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87" name="Rectangle 86"/>
            <p:cNvSpPr/>
            <p:nvPr/>
          </p:nvSpPr>
          <p:spPr>
            <a:xfrm>
              <a:off x="516940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8" name="Connector 87"/>
            <p:cNvCxnSpPr/>
            <p:nvPr/>
          </p:nvCxnSpPr>
          <p:spPr>
            <a:xfrm flipV="1">
              <a:off x="516940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16940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0" name="TextBox 89"/>
            <p:cNvSpPr txBox="1"/>
            <p:nvPr/>
          </p:nvSpPr>
          <p:spPr>
            <a:xfrm>
              <a:off x="535228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91" name="Rectangle 90"/>
            <p:cNvSpPr/>
            <p:nvPr/>
          </p:nvSpPr>
          <p:spPr>
            <a:xfrm>
              <a:off x="556260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2" name="Connector 91"/>
            <p:cNvCxnSpPr/>
            <p:nvPr/>
          </p:nvCxnSpPr>
          <p:spPr>
            <a:xfrm flipV="1">
              <a:off x="5562600" y="4389120"/>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56260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94" name="TextBox 93"/>
            <p:cNvSpPr txBox="1"/>
            <p:nvPr/>
          </p:nvSpPr>
          <p:spPr>
            <a:xfrm>
              <a:off x="574548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5" name="Rectangle 94"/>
            <p:cNvSpPr/>
            <p:nvPr/>
          </p:nvSpPr>
          <p:spPr>
            <a:xfrm>
              <a:off x="516940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Connector 95"/>
            <p:cNvCxnSpPr/>
            <p:nvPr/>
          </p:nvCxnSpPr>
          <p:spPr>
            <a:xfrm flipV="1">
              <a:off x="516940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16940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98" name="TextBox 97"/>
            <p:cNvSpPr txBox="1"/>
            <p:nvPr/>
          </p:nvSpPr>
          <p:spPr>
            <a:xfrm>
              <a:off x="535228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9" name="Rectangle 98"/>
            <p:cNvSpPr/>
            <p:nvPr/>
          </p:nvSpPr>
          <p:spPr>
            <a:xfrm>
              <a:off x="556260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0" name="Connector 99"/>
            <p:cNvCxnSpPr/>
            <p:nvPr/>
          </p:nvCxnSpPr>
          <p:spPr>
            <a:xfrm flipV="1">
              <a:off x="5562600" y="4782312"/>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56260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02" name="TextBox 101"/>
            <p:cNvSpPr txBox="1"/>
            <p:nvPr/>
          </p:nvSpPr>
          <p:spPr>
            <a:xfrm>
              <a:off x="574548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03" name="TextBox 102"/>
          <p:cNvSpPr txBox="1"/>
          <p:nvPr/>
        </p:nvSpPr>
        <p:spPr>
          <a:xfrm>
            <a:off x="6842760"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12=12 → 2, c1; 11=11 → 1, c1; 0+1=1</a:t>
            </a:r>
          </a:p>
          <a:p>
            <a:pPr>
              <a:lnSpc>
                <a:spcPts val="1836"/>
              </a:lnSpc>
              <a:spcBef>
                <a:spcPts val="0"/>
              </a:spcBef>
              <a:spcAft>
                <a:spcPts val="0"/>
              </a:spcAft>
              <a:defRPr sz="1700" b="0">
                <a:solidFill>
                  <a:srgbClr val="182B3A"/>
                </a:solidFill>
                <a:latin typeface="Arial"/>
              </a:defRPr>
            </a:pPr>
            <a:r>
              <a:t>Answer: 1122</a:t>
            </a:r>
          </a:p>
        </p:txBody>
      </p:sp>
      <p:sp>
        <p:nvSpPr>
          <p:cNvPr id="104" name="Rectangle 103"/>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grpSp>
        <p:nvGrpSpPr>
          <p:cNvPr id="106" name="Student lattice with deliberate error"/>
          <p:cNvGrpSpPr/>
          <p:nvPr/>
        </p:nvGrpSpPr>
        <p:grpSpPr>
          <a:xfrm>
            <a:off x="5169408" y="6135624"/>
            <a:ext cx="1033272" cy="1335024"/>
            <a:chOff x="5169408" y="6135624"/>
            <a:chExt cx="1033272" cy="1335024"/>
          </a:xfrm>
        </p:grpSpPr>
        <p:sp>
          <p:nvSpPr>
            <p:cNvPr id="107" name="TextBox 106"/>
            <p:cNvSpPr txBox="1"/>
            <p:nvPr/>
          </p:nvSpPr>
          <p:spPr>
            <a:xfrm>
              <a:off x="516940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08" name="TextBox 107"/>
            <p:cNvSpPr txBox="1"/>
            <p:nvPr/>
          </p:nvSpPr>
          <p:spPr>
            <a:xfrm>
              <a:off x="556260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09" name="TextBox 108"/>
            <p:cNvSpPr txBox="1"/>
            <p:nvPr/>
          </p:nvSpPr>
          <p:spPr>
            <a:xfrm>
              <a:off x="597408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10" name="TextBox 109"/>
            <p:cNvSpPr txBox="1"/>
            <p:nvPr/>
          </p:nvSpPr>
          <p:spPr>
            <a:xfrm>
              <a:off x="597408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11" name="Rectangle 110"/>
            <p:cNvSpPr/>
            <p:nvPr/>
          </p:nvSpPr>
          <p:spPr>
            <a:xfrm>
              <a:off x="516940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2" name="Connector 111"/>
            <p:cNvCxnSpPr/>
            <p:nvPr/>
          </p:nvCxnSpPr>
          <p:spPr>
            <a:xfrm flipV="1">
              <a:off x="516940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16940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4" name="TextBox 113"/>
            <p:cNvSpPr txBox="1"/>
            <p:nvPr/>
          </p:nvSpPr>
          <p:spPr>
            <a:xfrm>
              <a:off x="535228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15" name="Rectangle 114"/>
            <p:cNvSpPr/>
            <p:nvPr/>
          </p:nvSpPr>
          <p:spPr>
            <a:xfrm>
              <a:off x="556260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flipV="1">
              <a:off x="5562600" y="639165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56260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8" name="TextBox 117"/>
            <p:cNvSpPr txBox="1"/>
            <p:nvPr/>
          </p:nvSpPr>
          <p:spPr>
            <a:xfrm>
              <a:off x="574548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19" name="Rectangle 118"/>
            <p:cNvSpPr/>
            <p:nvPr/>
          </p:nvSpPr>
          <p:spPr>
            <a:xfrm>
              <a:off x="516940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0" name="Connector 119"/>
            <p:cNvCxnSpPr/>
            <p:nvPr/>
          </p:nvCxnSpPr>
          <p:spPr>
            <a:xfrm flipV="1">
              <a:off x="516940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16940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2" name="TextBox 121"/>
            <p:cNvSpPr txBox="1"/>
            <p:nvPr/>
          </p:nvSpPr>
          <p:spPr>
            <a:xfrm>
              <a:off x="535228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23" name="Rectangle 122"/>
            <p:cNvSpPr/>
            <p:nvPr/>
          </p:nvSpPr>
          <p:spPr>
            <a:xfrm>
              <a:off x="556260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flipV="1">
              <a:off x="5562600" y="6784848"/>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556260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26" name="TextBox 125"/>
            <p:cNvSpPr txBox="1"/>
            <p:nvPr/>
          </p:nvSpPr>
          <p:spPr>
            <a:xfrm>
              <a:off x="574548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7" name="TextBox 126"/>
            <p:cNvSpPr txBox="1"/>
            <p:nvPr/>
          </p:nvSpPr>
          <p:spPr>
            <a:xfrm>
              <a:off x="5169408" y="7214616"/>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128" name="TextBox 127"/>
          <p:cNvSpPr txBox="1"/>
          <p:nvPr/>
        </p:nvSpPr>
        <p:spPr>
          <a:xfrm>
            <a:off x="6842760"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5+1=6; 1=1</a:t>
            </a:r>
          </a:p>
          <a:p>
            <a:pPr>
              <a:lnSpc>
                <a:spcPts val="1836"/>
              </a:lnSpc>
              <a:spcBef>
                <a:spcPts val="0"/>
              </a:spcBef>
              <a:spcAft>
                <a:spcPts val="0"/>
              </a:spcAft>
              <a:defRPr sz="1700" b="0">
                <a:solidFill>
                  <a:srgbClr val="182B3A"/>
                </a:solidFill>
                <a:latin typeface="Arial"/>
              </a:defRPr>
            </a:pPr>
            <a:r>
              <a:t>Answer: 16132</a:t>
            </a:r>
          </a:p>
        </p:txBody>
      </p:sp>
      <p:sp>
        <p:nvSpPr>
          <p:cNvPr id="129" name="Rectangle 12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1" name="Rectangle 130"/>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9717024"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grpSp>
        <p:nvGrpSpPr>
          <p:cNvPr id="133" name="Student lattice with deliberate error"/>
          <p:cNvGrpSpPr/>
          <p:nvPr/>
        </p:nvGrpSpPr>
        <p:grpSpPr>
          <a:xfrm>
            <a:off x="9790176" y="2130552"/>
            <a:ext cx="1426464" cy="1042416"/>
            <a:chOff x="9790176" y="2130552"/>
            <a:chExt cx="1426464" cy="1042416"/>
          </a:xfrm>
        </p:grpSpPr>
        <p:sp>
          <p:nvSpPr>
            <p:cNvPr id="134" name="TextBox 133"/>
            <p:cNvSpPr txBox="1"/>
            <p:nvPr/>
          </p:nvSpPr>
          <p:spPr>
            <a:xfrm>
              <a:off x="9790176"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35" name="TextBox 134"/>
            <p:cNvSpPr txBox="1"/>
            <p:nvPr/>
          </p:nvSpPr>
          <p:spPr>
            <a:xfrm>
              <a:off x="1018336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6" name="TextBox 135"/>
            <p:cNvSpPr txBox="1"/>
            <p:nvPr/>
          </p:nvSpPr>
          <p:spPr>
            <a:xfrm>
              <a:off x="1057656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37" name="TextBox 136"/>
            <p:cNvSpPr txBox="1"/>
            <p:nvPr/>
          </p:nvSpPr>
          <p:spPr>
            <a:xfrm>
              <a:off x="1098804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138" name="TextBox 137"/>
            <p:cNvSpPr txBox="1"/>
            <p:nvPr/>
          </p:nvSpPr>
          <p:spPr>
            <a:xfrm>
              <a:off x="1098804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39" name="Rectangle 138"/>
            <p:cNvSpPr/>
            <p:nvPr/>
          </p:nvSpPr>
          <p:spPr>
            <a:xfrm>
              <a:off x="9790176"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0" name="Connector 139"/>
            <p:cNvCxnSpPr/>
            <p:nvPr/>
          </p:nvCxnSpPr>
          <p:spPr>
            <a:xfrm flipV="1">
              <a:off x="9790176"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790176"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2" name="TextBox 141"/>
            <p:cNvSpPr txBox="1"/>
            <p:nvPr/>
          </p:nvSpPr>
          <p:spPr>
            <a:xfrm>
              <a:off x="9973056"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43" name="Rectangle 142"/>
            <p:cNvSpPr/>
            <p:nvPr/>
          </p:nvSpPr>
          <p:spPr>
            <a:xfrm>
              <a:off x="1018336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Connector 143"/>
            <p:cNvCxnSpPr/>
            <p:nvPr/>
          </p:nvCxnSpPr>
          <p:spPr>
            <a:xfrm flipV="1">
              <a:off x="1018336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18336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6" name="TextBox 145"/>
            <p:cNvSpPr txBox="1"/>
            <p:nvPr/>
          </p:nvSpPr>
          <p:spPr>
            <a:xfrm>
              <a:off x="1036624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47" name="Rectangle 146"/>
            <p:cNvSpPr/>
            <p:nvPr/>
          </p:nvSpPr>
          <p:spPr>
            <a:xfrm>
              <a:off x="1057656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057656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057656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0" name="TextBox 149"/>
            <p:cNvSpPr txBox="1"/>
            <p:nvPr/>
          </p:nvSpPr>
          <p:spPr>
            <a:xfrm>
              <a:off x="1075944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51" name="Rectangle 150"/>
            <p:cNvSpPr/>
            <p:nvPr/>
          </p:nvSpPr>
          <p:spPr>
            <a:xfrm>
              <a:off x="9790176"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2" name="Connector 151"/>
            <p:cNvCxnSpPr/>
            <p:nvPr/>
          </p:nvCxnSpPr>
          <p:spPr>
            <a:xfrm flipV="1">
              <a:off x="9790176"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790176"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4" name="TextBox 153"/>
            <p:cNvSpPr txBox="1"/>
            <p:nvPr/>
          </p:nvSpPr>
          <p:spPr>
            <a:xfrm>
              <a:off x="9973056"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5" name="Rectangle 154"/>
            <p:cNvSpPr/>
            <p:nvPr/>
          </p:nvSpPr>
          <p:spPr>
            <a:xfrm>
              <a:off x="1018336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6" name="Connector 155"/>
            <p:cNvCxnSpPr/>
            <p:nvPr/>
          </p:nvCxnSpPr>
          <p:spPr>
            <a:xfrm flipV="1">
              <a:off x="1018336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018336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8" name="TextBox 157"/>
            <p:cNvSpPr txBox="1"/>
            <p:nvPr/>
          </p:nvSpPr>
          <p:spPr>
            <a:xfrm>
              <a:off x="1036624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59" name="Rectangle 158"/>
            <p:cNvSpPr/>
            <p:nvPr/>
          </p:nvSpPr>
          <p:spPr>
            <a:xfrm>
              <a:off x="1057656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0" name="Connector 159"/>
            <p:cNvCxnSpPr/>
            <p:nvPr/>
          </p:nvCxnSpPr>
          <p:spPr>
            <a:xfrm flipV="1">
              <a:off x="10576560"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1057656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62" name="TextBox 161"/>
            <p:cNvSpPr txBox="1"/>
            <p:nvPr/>
          </p:nvSpPr>
          <p:spPr>
            <a:xfrm>
              <a:off x="1075944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163" name="TextBox 162"/>
          <p:cNvSpPr txBox="1"/>
          <p:nvPr/>
        </p:nvSpPr>
        <p:spPr>
          <a:xfrm>
            <a:off x="11463528"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8=8; 10=10 → 0, c1; 2+1=3; 1=1</a:t>
            </a:r>
          </a:p>
          <a:p>
            <a:pPr>
              <a:lnSpc>
                <a:spcPts val="1836"/>
              </a:lnSpc>
              <a:spcBef>
                <a:spcPts val="0"/>
              </a:spcBef>
              <a:spcAft>
                <a:spcPts val="0"/>
              </a:spcAft>
              <a:defRPr sz="1700" b="0">
                <a:solidFill>
                  <a:srgbClr val="182B3A"/>
                </a:solidFill>
                <a:latin typeface="Arial"/>
              </a:defRPr>
            </a:pPr>
            <a:r>
              <a:t>Answer: 13086</a:t>
            </a:r>
          </a:p>
        </p:txBody>
      </p:sp>
      <p:sp>
        <p:nvSpPr>
          <p:cNvPr id="164" name="Rectangle 163"/>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TextBox 164"/>
          <p:cNvSpPr txBox="1"/>
          <p:nvPr/>
        </p:nvSpPr>
        <p:spPr>
          <a:xfrm>
            <a:off x="9717024"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grpSp>
        <p:nvGrpSpPr>
          <p:cNvPr id="166" name="Student lattice with deliberate error"/>
          <p:cNvGrpSpPr/>
          <p:nvPr/>
        </p:nvGrpSpPr>
        <p:grpSpPr>
          <a:xfrm>
            <a:off x="9790176" y="4133088"/>
            <a:ext cx="1426464" cy="1042416"/>
            <a:chOff x="9790176" y="4133088"/>
            <a:chExt cx="1426464" cy="1042416"/>
          </a:xfrm>
        </p:grpSpPr>
        <p:sp>
          <p:nvSpPr>
            <p:cNvPr id="167" name="TextBox 166"/>
            <p:cNvSpPr txBox="1"/>
            <p:nvPr/>
          </p:nvSpPr>
          <p:spPr>
            <a:xfrm>
              <a:off x="9790176"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68" name="TextBox 167"/>
            <p:cNvSpPr txBox="1"/>
            <p:nvPr/>
          </p:nvSpPr>
          <p:spPr>
            <a:xfrm>
              <a:off x="1018336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169" name="TextBox 168"/>
            <p:cNvSpPr txBox="1"/>
            <p:nvPr/>
          </p:nvSpPr>
          <p:spPr>
            <a:xfrm>
              <a:off x="1057656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70" name="TextBox 169"/>
            <p:cNvSpPr txBox="1"/>
            <p:nvPr/>
          </p:nvSpPr>
          <p:spPr>
            <a:xfrm>
              <a:off x="1098804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71" name="TextBox 170"/>
            <p:cNvSpPr txBox="1"/>
            <p:nvPr/>
          </p:nvSpPr>
          <p:spPr>
            <a:xfrm>
              <a:off x="1098804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72" name="Rectangle 171"/>
            <p:cNvSpPr/>
            <p:nvPr/>
          </p:nvSpPr>
          <p:spPr>
            <a:xfrm>
              <a:off x="9790176"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3" name="Connector 172"/>
            <p:cNvCxnSpPr/>
            <p:nvPr/>
          </p:nvCxnSpPr>
          <p:spPr>
            <a:xfrm flipV="1">
              <a:off x="9790176"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9790176"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75" name="TextBox 174"/>
            <p:cNvSpPr txBox="1"/>
            <p:nvPr/>
          </p:nvSpPr>
          <p:spPr>
            <a:xfrm>
              <a:off x="9973056"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76" name="Rectangle 175"/>
            <p:cNvSpPr/>
            <p:nvPr/>
          </p:nvSpPr>
          <p:spPr>
            <a:xfrm>
              <a:off x="1018336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7" name="Connector 176"/>
            <p:cNvCxnSpPr/>
            <p:nvPr/>
          </p:nvCxnSpPr>
          <p:spPr>
            <a:xfrm flipV="1">
              <a:off x="1018336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18336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79" name="TextBox 178"/>
            <p:cNvSpPr txBox="1"/>
            <p:nvPr/>
          </p:nvSpPr>
          <p:spPr>
            <a:xfrm>
              <a:off x="1036624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80" name="Rectangle 179"/>
            <p:cNvSpPr/>
            <p:nvPr/>
          </p:nvSpPr>
          <p:spPr>
            <a:xfrm>
              <a:off x="1057656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1" name="Connector 180"/>
            <p:cNvCxnSpPr/>
            <p:nvPr/>
          </p:nvCxnSpPr>
          <p:spPr>
            <a:xfrm flipV="1">
              <a:off x="1057656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57656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3" name="TextBox 182"/>
            <p:cNvSpPr txBox="1"/>
            <p:nvPr/>
          </p:nvSpPr>
          <p:spPr>
            <a:xfrm>
              <a:off x="1075944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4" name="Rectangle 183"/>
            <p:cNvSpPr/>
            <p:nvPr/>
          </p:nvSpPr>
          <p:spPr>
            <a:xfrm>
              <a:off x="9790176"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5" name="Connector 184"/>
            <p:cNvCxnSpPr/>
            <p:nvPr/>
          </p:nvCxnSpPr>
          <p:spPr>
            <a:xfrm flipV="1">
              <a:off x="9790176"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9790176"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87" name="TextBox 186"/>
            <p:cNvSpPr txBox="1"/>
            <p:nvPr/>
          </p:nvSpPr>
          <p:spPr>
            <a:xfrm>
              <a:off x="9973056"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8" name="Rectangle 187"/>
            <p:cNvSpPr/>
            <p:nvPr/>
          </p:nvSpPr>
          <p:spPr>
            <a:xfrm>
              <a:off x="1018336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flipV="1">
              <a:off x="1018336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1018336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1" name="TextBox 190"/>
            <p:cNvSpPr txBox="1"/>
            <p:nvPr/>
          </p:nvSpPr>
          <p:spPr>
            <a:xfrm>
              <a:off x="1036624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92" name="Rectangle 191"/>
            <p:cNvSpPr/>
            <p:nvPr/>
          </p:nvSpPr>
          <p:spPr>
            <a:xfrm>
              <a:off x="1057656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3" name="Connector 192"/>
            <p:cNvCxnSpPr/>
            <p:nvPr/>
          </p:nvCxnSpPr>
          <p:spPr>
            <a:xfrm flipV="1">
              <a:off x="10576560"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057656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5" name="TextBox 194"/>
            <p:cNvSpPr txBox="1"/>
            <p:nvPr/>
          </p:nvSpPr>
          <p:spPr>
            <a:xfrm>
              <a:off x="1075944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96" name="TextBox 195"/>
          <p:cNvSpPr txBox="1"/>
          <p:nvPr/>
        </p:nvSpPr>
        <p:spPr>
          <a:xfrm>
            <a:off x="11463528"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19=19 → 9, c1; 7+1=8; 3=3</a:t>
            </a:r>
          </a:p>
          <a:p>
            <a:pPr>
              <a:lnSpc>
                <a:spcPts val="1836"/>
              </a:lnSpc>
              <a:spcBef>
                <a:spcPts val="0"/>
              </a:spcBef>
              <a:spcAft>
                <a:spcPts val="0"/>
              </a:spcAft>
              <a:defRPr sz="1700" b="0">
                <a:solidFill>
                  <a:srgbClr val="182B3A"/>
                </a:solidFill>
                <a:latin typeface="Arial"/>
              </a:defRPr>
            </a:pPr>
            <a:r>
              <a:t>Answer: 38932</a:t>
            </a:r>
          </a:p>
        </p:txBody>
      </p:sp>
      <p:sp>
        <p:nvSpPr>
          <p:cNvPr id="197" name="Rectangle 196"/>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TextBox 197"/>
          <p:cNvSpPr txBox="1"/>
          <p:nvPr/>
        </p:nvSpPr>
        <p:spPr>
          <a:xfrm>
            <a:off x="9717024"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grpSp>
        <p:nvGrpSpPr>
          <p:cNvPr id="199" name="Student lattice with deliberate error"/>
          <p:cNvGrpSpPr/>
          <p:nvPr/>
        </p:nvGrpSpPr>
        <p:grpSpPr>
          <a:xfrm>
            <a:off x="9790176" y="6135624"/>
            <a:ext cx="1426464" cy="1042416"/>
            <a:chOff x="9790176" y="6135624"/>
            <a:chExt cx="1426464" cy="1042416"/>
          </a:xfrm>
        </p:grpSpPr>
        <p:sp>
          <p:nvSpPr>
            <p:cNvPr id="200" name="TextBox 199"/>
            <p:cNvSpPr txBox="1"/>
            <p:nvPr/>
          </p:nvSpPr>
          <p:spPr>
            <a:xfrm>
              <a:off x="9790176"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01" name="TextBox 200"/>
            <p:cNvSpPr txBox="1"/>
            <p:nvPr/>
          </p:nvSpPr>
          <p:spPr>
            <a:xfrm>
              <a:off x="1018336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202" name="TextBox 201"/>
            <p:cNvSpPr txBox="1"/>
            <p:nvPr/>
          </p:nvSpPr>
          <p:spPr>
            <a:xfrm>
              <a:off x="1057656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03" name="TextBox 202"/>
            <p:cNvSpPr txBox="1"/>
            <p:nvPr/>
          </p:nvSpPr>
          <p:spPr>
            <a:xfrm>
              <a:off x="1098804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204" name="TextBox 203"/>
            <p:cNvSpPr txBox="1"/>
            <p:nvPr/>
          </p:nvSpPr>
          <p:spPr>
            <a:xfrm>
              <a:off x="1098804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05" name="Rectangle 204"/>
            <p:cNvSpPr/>
            <p:nvPr/>
          </p:nvSpPr>
          <p:spPr>
            <a:xfrm>
              <a:off x="9790176"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Connector 205"/>
            <p:cNvCxnSpPr/>
            <p:nvPr/>
          </p:nvCxnSpPr>
          <p:spPr>
            <a:xfrm flipV="1">
              <a:off x="9790176"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790176"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08" name="TextBox 207"/>
            <p:cNvSpPr txBox="1"/>
            <p:nvPr/>
          </p:nvSpPr>
          <p:spPr>
            <a:xfrm>
              <a:off x="9973056"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09" name="Rectangle 208"/>
            <p:cNvSpPr/>
            <p:nvPr/>
          </p:nvSpPr>
          <p:spPr>
            <a:xfrm>
              <a:off x="1018336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0" name="Connector 209"/>
            <p:cNvCxnSpPr/>
            <p:nvPr/>
          </p:nvCxnSpPr>
          <p:spPr>
            <a:xfrm flipV="1">
              <a:off x="1018336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1018336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2" name="TextBox 211"/>
            <p:cNvSpPr txBox="1"/>
            <p:nvPr/>
          </p:nvSpPr>
          <p:spPr>
            <a:xfrm>
              <a:off x="1036624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13" name="Rectangle 212"/>
            <p:cNvSpPr/>
            <p:nvPr/>
          </p:nvSpPr>
          <p:spPr>
            <a:xfrm>
              <a:off x="1057656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4" name="Connector 213"/>
            <p:cNvCxnSpPr/>
            <p:nvPr/>
          </p:nvCxnSpPr>
          <p:spPr>
            <a:xfrm flipV="1">
              <a:off x="1057656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1057656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16" name="TextBox 215"/>
            <p:cNvSpPr txBox="1"/>
            <p:nvPr/>
          </p:nvSpPr>
          <p:spPr>
            <a:xfrm>
              <a:off x="1075944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17" name="Rectangle 216"/>
            <p:cNvSpPr/>
            <p:nvPr/>
          </p:nvSpPr>
          <p:spPr>
            <a:xfrm>
              <a:off x="9790176"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8" name="Connector 217"/>
            <p:cNvCxnSpPr/>
            <p:nvPr/>
          </p:nvCxnSpPr>
          <p:spPr>
            <a:xfrm flipV="1">
              <a:off x="9790176"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790176"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20" name="TextBox 219"/>
            <p:cNvSpPr txBox="1"/>
            <p:nvPr/>
          </p:nvSpPr>
          <p:spPr>
            <a:xfrm>
              <a:off x="9973056"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21" name="Rectangle 220"/>
            <p:cNvSpPr/>
            <p:nvPr/>
          </p:nvSpPr>
          <p:spPr>
            <a:xfrm>
              <a:off x="1018336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2" name="Connector 221"/>
            <p:cNvCxnSpPr/>
            <p:nvPr/>
          </p:nvCxnSpPr>
          <p:spPr>
            <a:xfrm flipV="1">
              <a:off x="1018336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1018336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24" name="TextBox 223"/>
            <p:cNvSpPr txBox="1"/>
            <p:nvPr/>
          </p:nvSpPr>
          <p:spPr>
            <a:xfrm>
              <a:off x="1036624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5" name="Rectangle 224"/>
            <p:cNvSpPr/>
            <p:nvPr/>
          </p:nvSpPr>
          <p:spPr>
            <a:xfrm>
              <a:off x="1057656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6" name="Connector 225"/>
            <p:cNvCxnSpPr/>
            <p:nvPr/>
          </p:nvCxnSpPr>
          <p:spPr>
            <a:xfrm flipV="1">
              <a:off x="10576560"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1057656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8" name="TextBox 227"/>
            <p:cNvSpPr txBox="1"/>
            <p:nvPr/>
          </p:nvSpPr>
          <p:spPr>
            <a:xfrm>
              <a:off x="1075944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229" name="TextBox 228"/>
          <p:cNvSpPr txBox="1"/>
          <p:nvPr/>
        </p:nvSpPr>
        <p:spPr>
          <a:xfrm>
            <a:off x="11463528"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14=14 → 4, c1; 15+1=16 → 6, c1; 6+1=7; 2=2</a:t>
            </a:r>
          </a:p>
          <a:p>
            <a:pPr>
              <a:lnSpc>
                <a:spcPts val="1836"/>
              </a:lnSpc>
              <a:spcBef>
                <a:spcPts val="0"/>
              </a:spcBef>
              <a:spcAft>
                <a:spcPts val="0"/>
              </a:spcAft>
              <a:defRPr sz="1700" b="0">
                <a:solidFill>
                  <a:srgbClr val="182B3A"/>
                </a:solidFill>
                <a:latin typeface="Arial"/>
              </a:defRPr>
            </a:pPr>
            <a:r>
              <a:t>Answer: 27642</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