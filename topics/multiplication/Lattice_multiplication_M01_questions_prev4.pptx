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57" r:id="rId4"/>
    <p:sldId id="258" r:id="rId5"/>
    <p:sldId id="264"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001.xml"/><Relationship Id="rId4" Type="http://schemas.openxmlformats.org/officeDocument/2006/relationships/slide" Target="slides/slide1002.xml"/><Relationship Id="rId5" Type="http://schemas.openxmlformats.org/officeDocument/2006/relationships/slide" Target="slides/slide1003.xml"/><Relationship Id="rId6" Type="http://schemas.openxmlformats.org/officeDocument/2006/relationships/slide" Target="slides/slide1004.xml"/><Relationship Id="rId7" Type="http://schemas.openxmlformats.org/officeDocument/2006/relationships/slide" Target="slides/slide1005.xml"/><Relationship Id="rId8" Type="http://schemas.openxmlformats.org/officeDocument/2006/relationships/slide" Target="slides/slide1006.xml"/><Relationship Id="rId9" Type="http://schemas.openxmlformats.org/officeDocument/2006/relationships/slide" Target="slides/slide1007.xml"/><Relationship Id="rId16" Type="http://schemas.openxmlformats.org/officeDocument/2006/relationships/slide" Target="slides/slide1000.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