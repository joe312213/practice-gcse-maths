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100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3" r:id="rId16"/>
    <p:sldId id="256" r:id="rId3"/>
    <p:sldId id="265" r:id="rId18"/>
    <p:sldId id="257" r:id="rId4"/>
    <p:sldId id="258" r:id="rId5"/>
    <p:sldId id="264" r:id="rId17"/>
    <p:sldId id="259" r:id="rId6"/>
    <p:sldId id="260" r:id="rId7"/>
    <p:sldId id="261" r:id="rId8"/>
    <p:sldId id="262" r:id="rId9"/>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001.xml"/><Relationship Id="rId4" Type="http://schemas.openxmlformats.org/officeDocument/2006/relationships/slide" Target="slides/slide1002.xml"/><Relationship Id="rId5" Type="http://schemas.openxmlformats.org/officeDocument/2006/relationships/slide" Target="slides/slide1003.xml"/><Relationship Id="rId6" Type="http://schemas.openxmlformats.org/officeDocument/2006/relationships/slide" Target="slides/slide1005.xml"/><Relationship Id="rId7" Type="http://schemas.openxmlformats.org/officeDocument/2006/relationships/slide" Target="slides/slide1006.xml"/><Relationship Id="rId8" Type="http://schemas.openxmlformats.org/officeDocument/2006/relationships/slide" Target="slides/slide1007.xml"/><Relationship Id="rId9" Type="http://schemas.openxmlformats.org/officeDocument/2006/relationships/slide" Target="slides/slide1008.xml"/><Relationship Id="rId16" Type="http://schemas.openxmlformats.org/officeDocument/2006/relationships/slide" Target="slides/slide1000.xml"/><Relationship Id="rId17" Type="http://schemas.openxmlformats.org/officeDocument/2006/relationships/slide" Target="slides/slide1004.xml"/><Relationship Id="rId18" Type="http://schemas.openxmlformats.org/officeDocument/2006/relationships/slide" Target="slides/slide10.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