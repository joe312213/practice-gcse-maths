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14 boxes hold 8 pens each. How many pens altogether?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14 + 8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22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per pupil?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166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28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campers need tents. Each tent sleeps 5. How many tents are needed?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tents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£156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£19.04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Tables seat 6 and cost £12 to hire. Find the cost to seat 94 guests.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served.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organisers split the cost of 18 prizes equally. Each prize costs £12. How much does each pay?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7299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9585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1826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71871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60224" y="74112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