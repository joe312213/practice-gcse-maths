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worked solution has a mistake. Find the first error, correct it and finish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12 boxes hold 8 pens each. How many pens?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 + 8 = 20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20 pens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Share 96 stickers equally among 4 pupils. How many each?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 ÷ 4 = 2 r 1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6 ÷ 4 = 1 r 2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21 stickers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A 3 m ribbon is cut into 6 equal pieces. Find each length in cm.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5 cm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6256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Pack 130 eggs in boxes of 6. How many full boxes?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6256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 ÷ 6 = 2 r 1; 10 ÷ 6 = 1 r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21 r 4 → round up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22 full boxes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6256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32 people need cars with 5 seats each. How many cars?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6256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÷ 5 = 6 r 2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Ignore the remainder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6 cars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6256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Share a £132 bill equally among 8 friends. How much each?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6256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 ÷ 8 = 1 r 5; 52 ÷ 8 = 6 r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£16.04 each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7024" y="1764792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1.  94 people need tables seating 6. Hire is £12 per table. Total cost?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7024" y="2596896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÷ 6 = 15 r 4 → 15 tables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× 12 = 150 + 30 = 180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£180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7024" y="3767328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2.  Buy 24 packs of 15 drinks. Use 87 drinks. How many remain?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7024" y="4599432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 × 15 = 240 + 120 = 360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 + 87 = 447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447 drinks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17024" y="5769864"/>
            <a:ext cx="4383024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3.  Share the cost of 18 £12 tickets equally among four people.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7024" y="6601968"/>
            <a:ext cx="4383024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÷ 4 = 4 r 2 → 4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 × 12 = 48</a:t>
            </a:r>
          </a:p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Answer: 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