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each?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22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people need cars with 5 seats each. How many cars?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cars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£16.04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94 people. Tables seat 6 and cost £12 each. Find the cost.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used.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people share 18 tickets at £12 each. Cost per person?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47395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70255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6926579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693115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460224" y="715975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40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2460224" y="7383779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2460224" y="738835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2460224" y="7612379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