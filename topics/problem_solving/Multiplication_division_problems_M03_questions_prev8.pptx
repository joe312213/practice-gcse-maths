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14 boxes hold 8 pens each. How many pens altogether?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551176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14 + 8 =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85292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22 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96 stickers are shared equally among 4 pupils. How many per pupil?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4341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4341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280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280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3138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stickers 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Cut 3 m of ribbon into 6 equal pieces. Find each length in cm.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655624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6858000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7159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Pack 166 eggs in boxes of 6. How many full boxes?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25109" y="2874873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5109" y="2874873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87696" y="2895447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487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3048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048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671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1610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1610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232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8" y="2603296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33375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28 full boxes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32 campers need tents. Each tent sleeps 5. How many tents are needed?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25109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5109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87696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4487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3048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3048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3671" y="4881524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906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5128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 tents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a £156 bill equally among 8 friends. How much each?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25109" y="6879945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25109" y="6879945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87696" y="6900519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487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3048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3048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3671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1610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1610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2232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2468" y="6608368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5128" y="7342631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£19.04 each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Tables seat 6 and cost £12 to hire. Find the cost to seat 94 guests.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55626" y="2860974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5626" y="2860974"/>
            <a:ext cx="0" cy="295991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44456" y="2879948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1163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1163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50281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0281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4744" y="2864769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5294" y="2610520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008864" y="235000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60224" y="24688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60224" y="26974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460224" y="29215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460224" y="29260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60224" y="31546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460224" y="33787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2460224" y="33832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460224" y="36073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835896" y="3346704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tables cost £180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24 packs hold 15 drinks each. 87 are served. How many are left?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31424" y="43525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82784" y="44714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82784" y="47000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082784" y="49240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082784" y="49286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82784" y="51572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240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082784" y="53812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082784" y="53858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082784" y="56098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911584" y="45537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11584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+ 87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911584" y="50063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1911584" y="50109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911584" y="52349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637264" y="534924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 drinks left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Four organisers split the cost of 18 prizes equally. Each prize costs £12. How much does each pay?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055626" y="6866046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55626" y="6866046"/>
            <a:ext cx="0" cy="295992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744456" y="6885020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01163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0281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50281" y="6592824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04744" y="6869841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5294" y="6615592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460224" y="67299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60224" y="69585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4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2460224" y="71826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2460224" y="71871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460224" y="74112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9835896" y="7351775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