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01.xml"/><Relationship Id="rId3" Type="http://schemas.openxmlformats.org/officeDocument/2006/relationships/slide" Target="slides/slide1002.xml"/><Relationship Id="rId4" Type="http://schemas.openxmlformats.org/officeDocument/2006/relationships/slide" Target="slides/slide1003.xml"/><Relationship Id="rId5" Type="http://schemas.openxmlformats.org/officeDocument/2006/relationships/slide" Target="slides/slide1004.xml"/><Relationship Id="rId6" Type="http://schemas.openxmlformats.org/officeDocument/2006/relationships/slide" Target="slides/slide1005.xml"/><Relationship Id="rId7" Type="http://schemas.openxmlformats.org/officeDocument/2006/relationships/slide" Target="slides/slide1006.xml"/><Relationship Id="rId8" Type="http://schemas.openxmlformats.org/officeDocument/2006/relationships/slide" Target="slides/slide100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000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between A and B in ratio 2:5. How much does A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24 sweets between A and B in ratio 1:3. How many does B get?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24 ÷ 4 =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9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and B share counters in ratio 2:7. B has 25 more than A. How many does A have?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25 ÷ 5 =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7 counters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How many red counters?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share 40 counters in ratio 3:5. How many more does B get than 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40 ÷ 8 =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5 = 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5 =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+ 25 = 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gets 40 more counters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group has 39 people. Adults:children = 5:8. How many more children than adults?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39 ÷ 13 =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3 = 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× 3 = 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Two ribbon lengths are in ratio 3:8 and differ by 35 cm. Find their total length.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have tokens in ratio 7:4. A has 42. How many tokens in total?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