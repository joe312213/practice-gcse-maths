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16"/>
    <p:sldId id="256" r:id="rId2"/>
    <p:sldId id="257" r:id="rId3"/>
    <p:sldId id="258" r:id="rId4"/>
    <p:sldId id="264" r:id="rId17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01.xml"/><Relationship Id="rId3" Type="http://schemas.openxmlformats.org/officeDocument/2006/relationships/slide" Target="slides/slide1002.xml"/><Relationship Id="rId4" Type="http://schemas.openxmlformats.org/officeDocument/2006/relationships/slide" Target="slides/slide1003.xml"/><Relationship Id="rId5" Type="http://schemas.openxmlformats.org/officeDocument/2006/relationships/slide" Target="slides/slide1004.xml"/><Relationship Id="rId6" Type="http://schemas.openxmlformats.org/officeDocument/2006/relationships/slide" Target="slides/slide1005.xml"/><Relationship Id="rId7" Type="http://schemas.openxmlformats.org/officeDocument/2006/relationships/slide" Target="slides/slide1006.xml"/><Relationship Id="rId8" Type="http://schemas.openxmlformats.org/officeDocument/2006/relationships/slide" Target="slides/slide100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1000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Ratio: sharing and missing amounts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Share £35 between A and B in ratio 2:5. How much does A 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 + 5 = 7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7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405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5 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£25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receives £25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3:4. There are 12 red counters. How many blue?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+ 4 = 7 parts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7 = 1 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 ×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Blue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blue counters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12 sweets between A and B in ratio 1:3. How many does B get?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 + 3 = 4 parts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 ÷ 4 =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405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3 + 3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receives 6 sweets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and B share counters in ratio 2:7. B has 30 more than A. How many does A have?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5128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7 − 2 = 5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5128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30 ÷ 5 =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4824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2 + 6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4824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5128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has 8 counters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Red:blue = 4:3. There are 15 blue counters. How many red counters?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5128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15 ÷ 4 = 3.75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4824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3 × 3.75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4824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Red = 11.25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11.25 red counters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share 56 counters in ratio 3:5. How many more does B get than A?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5128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+ 5 = 8 parts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5128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÷ 8 =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5128" y="7150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= 3 × 7 = 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54824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5 × 7 = 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4824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+ 35 = 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5128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gets 56 more counters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A group has 65 people. Adults:children = 5:8. How many more children than adults?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35896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 + 8 = 13 parts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5896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65 ÷ 13 =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35896" y="3145536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Adults = 5 × 5 = 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5592" y="2578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× 5 = 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975592" y="2862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8 − 5 =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35896" y="3392424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more children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Two ribbon lengths are in ratio 3:8 and differ by 35 cm. Find their total length.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5896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8 − 3 = 5 parts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5896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35 ÷ 5 = 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35896" y="5148072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Short = 3 × 7 = 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975592" y="4581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Long = 8 × 7 = 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75592" y="4864608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56 − 21 = 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5896" y="5394960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length = 35 cm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A and B have tokens in ratio 7:4. A has 42. How many tokens in total?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35896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÷ 7 = 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35896" y="6867144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B = 4 × 6 = 24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75592" y="6583679"/>
            <a:ext cx="202996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42 + 4 = 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35896" y="7397496"/>
            <a:ext cx="4206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= 46 tokens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