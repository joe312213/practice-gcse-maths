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Slide 1 — Worked demo</a:t>
            </a:r>
          </a:p>
          <a:p/>
          <a:p>
            <a:r>
              <a:t>Title: **Ratio: sharing and missing amounts**</a:t>
            </a:r>
          </a:p>
          <a:p/>
          <a:p>
            <a:r>
              <a:t>Instruction: **Follow each step down your column.**</a:t>
            </a:r>
          </a:p>
          <a:p/>
          <a:p>
            <a:r>
              <a:t>| Row | Thread 1: Guided | Thread 2: Core | Thread 3: Depth |</a:t>
            </a:r>
          </a:p>
          <a:p>
            <a:r>
              <a:t>| --- | --- | --- | --- |</a:t>
            </a:r>
          </a:p>
          <a:p>
            <a:r>
              <a:t>| The Full Question | A and B share £120 in the ratio 2:3. How much does B receive? | Red and blue paint are mixed in the ratio 3:5. There are 18 litres of red paint. How many litres of blue paint are needed? | Red and blue counters are in the ratio 3:7. There are 28 more blue counters than red counters. How many counters are there altogether? |</a:t>
            </a:r>
          </a:p>
          <a:p>
            <a:r>
              <a:t>| Keywords &amp; Calculation | “share £120”: the total is known. 2 + 3 = 5 parts. £120 ÷ 5, then × 3. | “18 litres of red”: 3 parts are known. 18 ÷ 3, then × 5. | “28 more blue”: the difference is known. 7 − 3 = 4 parts. 28 ÷ 4, then × (3 + 7). |</a:t>
            </a:r>
          </a:p>
          <a:p>
            <a:r>
              <a:t>| Written Method | £120 ÷ 5 = £24 per part. £24 × 3 = £72. | 18 ÷ 3 = 6 litres per part. 6 × 5 = 30 litres. | 28 ÷ 4 = 7 counters per part. 3 + 7 = 10 parts. 7 × 10 = 70 counters. |</a:t>
            </a:r>
          </a:p>
          <a:p>
            <a:r>
              <a:t>| Ballpark Check &amp; Math | B gets more than half of £120, so more than £60. £72 fits. Check both shares: £48 + £72 = £120. | Blue is between one and two times the red amount, so between 18 and 36 litres. 30 litres fits. | The total represents 10 parts and the difference 4. The total should be between 2 and 3 times 28: between 56 and 84. 70 fits. |</a:t>
            </a:r>
          </a:p>
          <a:p>
            <a:r>
              <a:t>| Final Answer | B receives £72. | 30 litres of blue paint. | 70 counters altogether. |</a:t>
            </a:r>
          </a:p>
          <a:p/>
          <a:p>
            <a:r>
              <a:t>### Diagram specification</a:t>
            </a:r>
          </a:p>
          <a:p/>
          <a:p>
            <a:r>
              <a:t>Use editable, equal-sized boxes. Align the two bars at the left; each box represents one part, not one pound, litre or counter. Label both bars by name; colour is optional, not the only way to identify them.</a:t>
            </a:r>
          </a:p>
          <a:p/>
          <a:p>
            <a:r>
              <a:t>- Guided: A has 2 boxes; B has 3. A bracket covering both bars is labelled “£120 altogether”. Show “1 part = £24”.</a:t>
            </a:r>
          </a:p>
          <a:p>
            <a:r>
              <a:t>- Core: red has 3 boxes labelled “18 litres”; blue has 5. Show “1 part = 6 litres”.</a:t>
            </a:r>
          </a:p>
          <a:p>
            <a:r>
              <a:t>- Depth: red has 3 boxes; blue has 7. Bracket the **four extra blue boxes** and label them “28 more”. Show “1 part = 7 counters”. Do not label the overlap as the difference.</a:t>
            </a:r>
          </a:p>
          <a:p/>
          <a:p>
            <a:r>
              <a:t>Keep the complete question and all four steps on this slide. Fit the diagrams beside the concise working within the Written Method row. Do not introduce a separate step-per-slide sequence.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Slide 2 — Step-by-step practice 1</a:t>
            </a:r>
          </a:p>
          <a:p/>
          <a:p>
            <a:r>
              <a:t>Instruction: **Complete each step in your booklet or webapp.** Use the four practice prompts above.</a:t>
            </a:r>
          </a:p>
          <a:p/>
          <a:p>
            <a:r>
              <a:t>| Thread 1: Guided | Thread 2: Core | Thread 3: Depth |</a:t>
            </a:r>
          </a:p>
          <a:p>
            <a:r>
              <a:t>| --- | --- | --- |</a:t>
            </a:r>
          </a:p>
          <a:p>
            <a:r>
              <a:t>| A and B share £84 in the ratio 3:4. How much does A receive? | Notebooks and folders are in the ratio 4:7. There are 35 folders. How many notebooks are there? | Adults and children are in the ratio 2:5. There are 24 more children than adults. How many people are there altogether? |</a:t>
            </a:r>
          </a:p>
          <a:p/>
          <a:p>
            <a:r>
              <a:t>Teacher working:</a:t>
            </a:r>
          </a:p>
          <a:p/>
          <a:p>
            <a:r>
              <a:t>- T1: 3 + 4 = 7; £84 ÷ 7 = £12; £12 × 3 = **£36**. Less than half of £84; other share £48.</a:t>
            </a:r>
          </a:p>
          <a:p>
            <a:r>
              <a:t>- T2: 35 ÷ 7 = 5; 5 × 4 = **20 notebooks**. Fewer notebooks than folders.</a:t>
            </a:r>
          </a:p>
          <a:p>
            <a:r>
              <a:t>- T3: 5 − 2 = 3; 24 ÷ 3 = 8; (2 + 5) × 8 = **56 people**. 16 adults and 40 children; difference 24.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Slide 3 — Step-by-step practice 2</a:t>
            </a:r>
          </a:p>
          <a:p/>
          <a:p>
            <a:r>
              <a:t>Instruction and row prompts match Slide 2 exactly.</a:t>
            </a:r>
          </a:p>
          <a:p/>
          <a:p>
            <a:r>
              <a:t>| Thread 1: Guided | Thread 2: Core | Thread 3: Depth |</a:t>
            </a:r>
          </a:p>
          <a:p>
            <a:r>
              <a:t>| --- | --- | --- |</a:t>
            </a:r>
          </a:p>
          <a:p>
            <a:r>
              <a:t>| A and B share £96 in the ratio 5:7. How much does B receive? | Juice and water are mixed in the ratio 2:7. There are 18 litres of juice. How many litres of water are needed? | Two lengths of ribbon, A and B, are in the ratio 5:8. B is 21 cm longer than A. What is their total length? |</a:t>
            </a:r>
          </a:p>
          <a:p/>
          <a:p>
            <a:r>
              <a:t>Teacher working:</a:t>
            </a:r>
          </a:p>
          <a:p/>
          <a:p>
            <a:r>
              <a:t>- T1: 5 + 7 = 12; £96 ÷ 12 = £8; £8 × 7 = **£56**. More than half of £96; other share £40.</a:t>
            </a:r>
          </a:p>
          <a:p>
            <a:r>
              <a:t>- T2: 18 ÷ 2 = 9; 9 × 7 = **63 litres of water**. Between 3 and 4 times the juice amount (54–72 litres).</a:t>
            </a:r>
          </a:p>
          <a:p>
            <a:r>
              <a:t>- T3: 8 − 5 = 3; 21 ÷ 3 = 7; (5 + 8) × 7 = **91 cm**. The two lengths are 35 cm and 56 cm; difference 21 cm.</a:t>
            </a:r>
          </a:p>
          <a:p/>
          <a:p>
            <a:r>
              <a:t>## Slides 4–7 — Independent practice</a:t>
            </a:r>
          </a:p>
          <a:p/>
          <a:p>
            <a:r>
              <a:t>Instruction on each slide: **Choose a column. Show your working and check your answers.**</a:t>
            </a:r>
          </a:p>
          <a:p/>
          <a:p>
            <a:r>
              <a:t>Each table below is one complete student slide: six questions per column. The corresponding answer table supplies the separate answer deck. Amounts and units are intentional; do not replace them with random numbers when laying out slides.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M04-S04: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M04-S05: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M04-S06: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M04-S07: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Worked demo • Follow each step down your column.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M04-S01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 and B share £120 in the ratio 2:3. How much does B receive?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Red and blue paint are mixed in the ratio 3:5. There are 18 litres of red paint. How many litres of blue paint are needed?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Red and blue counters are in the ratio 3:7. There are 28 more blue counters than red counters. How many counters are there altogether?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“share £120”: the total is known. 2 + 3 = 5 parts. £120 ÷ 5, then × 3.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“18 litres of red”: 3 parts are known. 18 ÷ 3, then × 5.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“28 more blue”: the difference is known. 7 − 3 = 4 parts. 28 ÷ 4, then × (3 + 7).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913632"/>
            <a:ext cx="1801367" cy="2066543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3986784"/>
            <a:ext cx="1691639" cy="192023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67127" y="3968496"/>
            <a:ext cx="3971544" cy="6858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£120 ÷ 5 = £24 per part. £24 × 3 = £72.</a:t>
            </a:r>
          </a:p>
        </p:txBody>
      </p:sp>
      <p:grpSp>
        <p:nvGrpSpPr>
          <p:cNvPr id="33" name="Ratio bars A:B = 2:3, total"/>
          <p:cNvGrpSpPr/>
          <p:nvPr/>
        </p:nvGrpSpPr>
        <p:grpSpPr>
          <a:xfrm>
            <a:off x="2194560" y="4686300"/>
            <a:ext cx="3916680" cy="1275588"/>
            <a:chOff x="2194560" y="4686300"/>
            <a:chExt cx="3916680" cy="1275588"/>
          </a:xfrm>
        </p:grpSpPr>
        <p:sp>
          <p:nvSpPr>
            <p:cNvPr id="34" name="TextBox 33"/>
            <p:cNvSpPr txBox="1"/>
            <p:nvPr/>
          </p:nvSpPr>
          <p:spPr>
            <a:xfrm>
              <a:off x="2194560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A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108960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502152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194560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108960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502152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895344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1" name="Connector 40"/>
            <p:cNvCxnSpPr/>
            <p:nvPr/>
          </p:nvCxnSpPr>
          <p:spPr>
            <a:xfrm>
              <a:off x="4379975" y="4709160"/>
              <a:ext cx="0" cy="585216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41"/>
            <p:cNvCxnSpPr/>
            <p:nvPr/>
          </p:nvCxnSpPr>
          <p:spPr>
            <a:xfrm>
              <a:off x="4334255" y="4709160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 42"/>
            <p:cNvCxnSpPr/>
            <p:nvPr/>
          </p:nvCxnSpPr>
          <p:spPr>
            <a:xfrm>
              <a:off x="4334255" y="5294376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3108960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76B73"/>
                  </a:solidFill>
                  <a:latin typeface="Arial"/>
                </a:defRPr>
              </a:pPr>
              <a:r>
                <a:t>£120 altogether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108960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176B73"/>
                  </a:solidFill>
                  <a:latin typeface="Arial"/>
                </a:defRPr>
              </a:pPr>
              <a:r>
                <a:t>1 part = £24</a:t>
              </a:r>
            </a:p>
          </p:txBody>
        </p:sp>
      </p:grpSp>
      <p:sp>
        <p:nvSpPr>
          <p:cNvPr id="46" name="Rectangle 45"/>
          <p:cNvSpPr/>
          <p:nvPr/>
        </p:nvSpPr>
        <p:spPr>
          <a:xfrm>
            <a:off x="6184392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30112" y="3968496"/>
            <a:ext cx="3971544" cy="6858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18 ÷ 3 = 6 litres per part. 6 × 5 = 30 litres.</a:t>
            </a:r>
          </a:p>
        </p:txBody>
      </p:sp>
      <p:grpSp>
        <p:nvGrpSpPr>
          <p:cNvPr id="48" name="Ratio bars Red:Blue = 3:5, first"/>
          <p:cNvGrpSpPr/>
          <p:nvPr/>
        </p:nvGrpSpPr>
        <p:grpSpPr>
          <a:xfrm>
            <a:off x="6257544" y="4626864"/>
            <a:ext cx="3916680" cy="1335024"/>
            <a:chOff x="6257544" y="4626864"/>
            <a:chExt cx="3916680" cy="1335024"/>
          </a:xfrm>
        </p:grpSpPr>
        <p:sp>
          <p:nvSpPr>
            <p:cNvPr id="49" name="TextBox 48"/>
            <p:cNvSpPr txBox="1"/>
            <p:nvPr/>
          </p:nvSpPr>
          <p:spPr>
            <a:xfrm>
              <a:off x="6257544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Red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7171944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7565136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958328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257544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Blue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171944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7565136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7958328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8351520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8744712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9" name="Connector 58"/>
            <p:cNvCxnSpPr/>
            <p:nvPr/>
          </p:nvCxnSpPr>
          <p:spPr>
            <a:xfrm>
              <a:off x="7171944" y="4626864"/>
              <a:ext cx="1179576" cy="0"/>
            </a:xfrm>
            <a:prstGeom prst="line">
              <a:avLst/>
            </a:prstGeom>
            <a:ln w="15240">
              <a:solidFill>
                <a:srgbClr val="3559A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7171944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3559A2"/>
                  </a:solidFill>
                  <a:latin typeface="Arial"/>
                </a:defRPr>
              </a:pPr>
              <a:r>
                <a:t>Red: 18 litres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171944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3559A2"/>
                  </a:solidFill>
                  <a:latin typeface="Arial"/>
                </a:defRPr>
              </a:pPr>
              <a:r>
                <a:t>1 part = 6 litres</a:t>
              </a:r>
            </a:p>
          </p:txBody>
        </p:sp>
      </p:grpSp>
      <p:sp>
        <p:nvSpPr>
          <p:cNvPr id="62" name="Rectangle 61"/>
          <p:cNvSpPr/>
          <p:nvPr/>
        </p:nvSpPr>
        <p:spPr>
          <a:xfrm>
            <a:off x="10247376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293096" y="3968496"/>
            <a:ext cx="3971544" cy="6858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28 ÷ 4 = 7 counters per part. 3 + 7 = 10 parts. 7 × 10 = 70 counters.</a:t>
            </a:r>
          </a:p>
        </p:txBody>
      </p:sp>
      <p:grpSp>
        <p:nvGrpSpPr>
          <p:cNvPr id="64" name="Ratio bars Red:Blue = 3:7, difference"/>
          <p:cNvGrpSpPr/>
          <p:nvPr/>
        </p:nvGrpSpPr>
        <p:grpSpPr>
          <a:xfrm>
            <a:off x="10320528" y="4686300"/>
            <a:ext cx="3916680" cy="1275588"/>
            <a:chOff x="10320528" y="4686300"/>
            <a:chExt cx="3916680" cy="1275588"/>
          </a:xfrm>
        </p:grpSpPr>
        <p:sp>
          <p:nvSpPr>
            <p:cNvPr id="65" name="TextBox 64"/>
            <p:cNvSpPr txBox="1"/>
            <p:nvPr/>
          </p:nvSpPr>
          <p:spPr>
            <a:xfrm>
              <a:off x="10320528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Red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1234928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1628120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2021312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0320528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Blue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11234928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11628120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12021312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2414504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2807696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13200888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3594080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7" name="Connector 76"/>
            <p:cNvCxnSpPr/>
            <p:nvPr/>
          </p:nvCxnSpPr>
          <p:spPr>
            <a:xfrm>
              <a:off x="12414504" y="5376672"/>
              <a:ext cx="1572768" cy="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or 77"/>
            <p:cNvCxnSpPr/>
            <p:nvPr/>
          </p:nvCxnSpPr>
          <p:spPr>
            <a:xfrm>
              <a:off x="12414504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ctor 78"/>
            <p:cNvCxnSpPr/>
            <p:nvPr/>
          </p:nvCxnSpPr>
          <p:spPr>
            <a:xfrm>
              <a:off x="13987272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/>
            <p:cNvSpPr txBox="1"/>
            <p:nvPr/>
          </p:nvSpPr>
          <p:spPr>
            <a:xfrm>
              <a:off x="11234928" y="5413248"/>
              <a:ext cx="3002280" cy="256032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754B87"/>
                  </a:solidFill>
                  <a:latin typeface="Arial"/>
                </a:defRPr>
              </a:pPr>
              <a:r>
                <a:t>4 extra parts = 28 counters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1234928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754B87"/>
                  </a:solidFill>
                  <a:latin typeface="Arial"/>
                </a:defRPr>
              </a:pPr>
              <a:r>
                <a:t>1 part = 7 counters</a:t>
              </a:r>
            </a:p>
          </p:txBody>
        </p:sp>
      </p:grpSp>
      <p:sp>
        <p:nvSpPr>
          <p:cNvPr id="82" name="Rectangle 81"/>
          <p:cNvSpPr/>
          <p:nvPr/>
        </p:nvSpPr>
        <p:spPr>
          <a:xfrm>
            <a:off x="320040" y="5980176"/>
            <a:ext cx="1801367" cy="130759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74904" y="6053328"/>
            <a:ext cx="1691639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121408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67127" y="6053328"/>
            <a:ext cx="3971544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 gets more than half of £120, so more than £60. £72 fits. Check both shares: £48 + £72 = £120.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84392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230112" y="6053328"/>
            <a:ext cx="3971544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Blue is between one and two times the red amount, so between 18 and 36 litres. 30 litres fits.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247376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293096" y="6053328"/>
            <a:ext cx="3971544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The total represents 10 parts and the difference 4. The total should be between 2 and 3 times 28: between 56 and 84. 70 fits.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" y="7287768"/>
            <a:ext cx="1801367" cy="5577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74904" y="7360919"/>
            <a:ext cx="1691639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121408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67127" y="7360919"/>
            <a:ext cx="3971544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 receives £72.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84392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230112" y="7360919"/>
            <a:ext cx="3971544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30 litres of blue paint.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247376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293096" y="7360919"/>
            <a:ext cx="3971544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70 counters altogether.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1 • Complete each step in your booklet or webapp.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 and B share £84 in the ratio 3:4. How much does A receive?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Notebooks and folders are in the ratio 4:7. There are 35 folders. How many notebooks are there?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Adults and children are in the ratio 2:5. There are 24 more children than adults. How many people are there altogether?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069080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4142232"/>
            <a:ext cx="1691639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67127" y="4142232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30112" y="4142232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93096" y="4142232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184648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" y="5257800"/>
            <a:ext cx="1691639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67127" y="5257800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30112" y="5257800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93096" y="5257800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300216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" y="6373368"/>
            <a:ext cx="1691639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67127" y="6373368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30112" y="6373368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93096" y="6373368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2 • Complete each step in your booklet or webapp.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M04-S03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 and B share £96 in the ratio 5:7. How much does B receive?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Juice and water are mixed in the ratio 2:7. There are 18 litres of juice. How many litres of water are needed?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Two lengths of ribbon, A and B, are in the ratio 5:8. B is 21 cm longer than A. What is their total length?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069080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4142232"/>
            <a:ext cx="1691639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67127" y="4142232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30112" y="4142232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93096" y="4142232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184648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" y="5257800"/>
            <a:ext cx="1691639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67127" y="5257800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30112" y="5257800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93096" y="5257800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300216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" y="6373368"/>
            <a:ext cx="1691639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67127" y="6373368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30112" y="6373368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93096" y="6373368"/>
            <a:ext cx="3971544" cy="9692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1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4698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£40 in the ratio 1:3. How much does A receive?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4698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counters are in the ratio 1:3. There are 10 red counters. How many blue counters are there?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4698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money in the ratio 2:5. B receives £33 more than A. How much does A receive?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628900"/>
            <a:ext cx="4640580" cy="10469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2702052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88336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£60 in the ratio 2:3. How much does B receive?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628900"/>
            <a:ext cx="4640580" cy="10469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10912" y="2702052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88336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counters are in the ratio 2:3. There are 36 blue counters. How many red counters are there?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628900"/>
            <a:ext cx="4640580" cy="10469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74352" y="2702052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88336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money in the ratio 3:7. B receives £52 more than A. How much does B receive?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675887"/>
            <a:ext cx="4640580" cy="104698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" y="3749039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735324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£64 in the ratio 3:5. How much does A receive?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675887"/>
            <a:ext cx="4640580" cy="104698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10912" y="3749039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735324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counters are in the ratio 3:5. There are 24 red counters. How many counters are there altogether?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675887"/>
            <a:ext cx="4640580" cy="104698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74352" y="3749039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735324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money in the ratio 4:9. B receives £45 more than A. Find the total amount.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722876"/>
            <a:ext cx="4640580" cy="10469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" y="4796028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782312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£54 in the ratio 4:5. How much does B receive?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722876"/>
            <a:ext cx="4640580" cy="10469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10912" y="4796028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782312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counters are in the ratio 4:5. There are 30 blue counters. How many red counters are there?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722876"/>
            <a:ext cx="4640580" cy="10469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74352" y="4796028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782312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money in the ratio 5:8. B receives £21 more than A. How much does A receive?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769864"/>
            <a:ext cx="4640580" cy="104698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7472" y="5843016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829300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£81 in the ratio 2:7. How much does A receive?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769864"/>
            <a:ext cx="4640580" cy="104698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10912" y="5843016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829300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counters are in the ratio 2:7. There are 18 red counters. How many blue counters are there?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769864"/>
            <a:ext cx="4640580" cy="104698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74352" y="5843016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829300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money in the ratio 7:3. A receives £40 more than B. How much does B receive?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816852"/>
            <a:ext cx="4640580" cy="10469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7472" y="689000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876288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£84 in the ratio 5:7. How much does B receive?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816852"/>
            <a:ext cx="4640580" cy="10469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10912" y="689000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876288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counters are in the ratio 5:7. There are 49 blue counters. How many counters are there altogether?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816852"/>
            <a:ext cx="4640580" cy="10469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74352" y="689000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876288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money in the ratio 8:5. A receives £24 more than B. Find the total amount.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2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4698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£84 in the ratio 2:5. How much does B receive?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4698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counters are in the ratio 2:5. There are 60 blue counters. How many red counters are there?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4698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money in the ratio 3:5. B receives £26 more than A. How much does B receive?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628900"/>
            <a:ext cx="4640580" cy="10469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2702052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88336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£98 in the ratio 3:4. How much does A receive?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628900"/>
            <a:ext cx="4640580" cy="10469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10912" y="2702052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88336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counters are in the ratio 3:4. There are 42 red counters. How many blue counters are there?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628900"/>
            <a:ext cx="4640580" cy="10469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74352" y="2702052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88336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money in the ratio 2:7. B receives £75 more than A. Find the total amount.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675887"/>
            <a:ext cx="4640580" cy="104698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" y="3749039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735324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£110 in the ratio 5:6. How much does B receive?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675887"/>
            <a:ext cx="4640580" cy="104698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10912" y="3749039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735324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counters are in the ratio 5:6. There are 60 blue counters. How many counters are there altogether?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675887"/>
            <a:ext cx="4640580" cy="104698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74352" y="3749039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735324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money in the ratio 5:9. B receives £44 more than A. How much does A receive?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722876"/>
            <a:ext cx="4640580" cy="10469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" y="4796028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782312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£88 in the ratio 3:8. How much does A receive?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722876"/>
            <a:ext cx="4640580" cy="10469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10912" y="4796028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782312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counters are in the ratio 3:8. There are 24 red counters. How many blue counters are there?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722876"/>
            <a:ext cx="4640580" cy="10469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74352" y="4796028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782312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money in the ratio 7:4. A receives £27 more than B. How much does B receive?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769864"/>
            <a:ext cx="4640580" cy="104698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7472" y="5843016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829300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£99 in the ratio 7:2. How much does B receive?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769864"/>
            <a:ext cx="4640580" cy="104698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10912" y="5843016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829300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counters are in the ratio 7:2. There are 22 blue counters. How many red counters are there?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769864"/>
            <a:ext cx="4640580" cy="104698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74352" y="5843016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829300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money in the ratio 9:5. A receives £48 more than B. Find the total amount.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816852"/>
            <a:ext cx="4640580" cy="10469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7472" y="689000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876288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£108 in the ratio 7:5. How much does A receive?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816852"/>
            <a:ext cx="4640580" cy="10469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10912" y="689000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876288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counters are in the ratio 7:5. There are 63 red counters. How many counters are there altogether?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816852"/>
            <a:ext cx="4640580" cy="10469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74352" y="689000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876288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money in the ratio 8:3. A receives £50 more than B. How much does A receive?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3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4698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£154 in the ratio 4:7. How much does A receive?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4698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counters are in the ratio 4:7. There are 56 red counters. How many blue counters are there?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4698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money in the ratio 4:7. B receives £45 more than A. Find the total amount.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628900"/>
            <a:ext cx="4640580" cy="10469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2702052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88336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£128 in the ratio 5:3. How much does B receive?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628900"/>
            <a:ext cx="4640580" cy="10469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10912" y="2702052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88336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counters are in the ratio 5:3. There are 48 blue counters. How many red counters are there?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628900"/>
            <a:ext cx="4640580" cy="10469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74352" y="2702052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88336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money in the ratio 3:8. B receives £85 more than A. How much does A receive?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675887"/>
            <a:ext cx="4640580" cy="104698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" y="3749039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735324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£132 in the ratio 2:9. How much does A receive?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675887"/>
            <a:ext cx="4640580" cy="104698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10912" y="3749039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735324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counters are in the ratio 2:9. There are 24 red counters. How many counters are there altogether?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675887"/>
            <a:ext cx="4640580" cy="104698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74352" y="3749039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735324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money in the ratio 7:9. B receives £26 more than A. How much does B receive?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722876"/>
            <a:ext cx="4640580" cy="10469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" y="4796028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782312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£150 in the ratio 7:8. How much does B receive?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722876"/>
            <a:ext cx="4640580" cy="10469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10912" y="4796028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782312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counters are in the ratio 7:8. There are 80 blue counters. How many red counters are there?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722876"/>
            <a:ext cx="4640580" cy="10469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74352" y="4796028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782312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money in the ratio 8:5. A receives £33 more than B. Find the total amount.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769864"/>
            <a:ext cx="4640580" cy="104698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7472" y="5843016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829300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£169 in the ratio 9:4. How much does A receive?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769864"/>
            <a:ext cx="4640580" cy="104698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10912" y="5843016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829300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counters are in the ratio 9:4. There are 117 red counters. How many blue counters are there?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769864"/>
            <a:ext cx="4640580" cy="104698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74352" y="5843016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829300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money in the ratio 9:4. A receives £70 more than B. How much does A receive?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816852"/>
            <a:ext cx="4640580" cy="10469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7472" y="689000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876288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£154 in the ratio 5:9. How much does B receive?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816852"/>
            <a:ext cx="4640580" cy="10469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10912" y="689000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876288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counters are in the ratio 5:9. There are 99 blue counters. How many counters are there altogether?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816852"/>
            <a:ext cx="4640580" cy="10469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74352" y="689000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876288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money in the ratio 6:11. B receives £60 more than A. How much does B receive?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4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4698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£160 in the ratio 3:7. How much does B receive?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4698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counters are in the ratio 3:7. There are 112 blue counters. How many red counters are there?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4698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money in the ratio 5:7. B receives £34 more than A. How much does A receive?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628900"/>
            <a:ext cx="4640580" cy="10469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2702052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88336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£198 in the ratio 6:5. How much does A receive?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628900"/>
            <a:ext cx="4640580" cy="10469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10912" y="2702052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88336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counters are in the ratio 6:5. There are 108 red counters. How many blue counters are there?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628900"/>
            <a:ext cx="4640580" cy="10469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74352" y="2702052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88336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money in the ratio 4:9. B receives £95 more than A. How much does B receive?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675887"/>
            <a:ext cx="4640580" cy="104698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" y="3749039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735324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£182 in the ratio 4:9. How much does B receive?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675887"/>
            <a:ext cx="4640580" cy="104698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10912" y="3749039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735324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counters are in the ratio 4:9. There are 126 blue counters. How many counters are there altogether?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675887"/>
            <a:ext cx="4640580" cy="104698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74352" y="3749039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735324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money in the ratio 8:11. B receives £45 more than A. Find the total amount.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722876"/>
            <a:ext cx="4640580" cy="10469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" y="4796028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782312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£120 in the ratio 7:3. How much does A receive?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722876"/>
            <a:ext cx="4640580" cy="10469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10912" y="4796028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782312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counters are in the ratio 7:3. There are 84 red counters. How many blue counters are there?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722876"/>
            <a:ext cx="4640580" cy="10469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74352" y="4796028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782312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money in the ratio 9:5. A receives £52 more than B. How much does A receive?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769864"/>
            <a:ext cx="4640580" cy="104698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7472" y="5843016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829300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£195 in the ratio 8:5. How much does B receive?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769864"/>
            <a:ext cx="4640580" cy="104698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10912" y="5843016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829300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counters are in the ratio 8:5. There are 75 blue counters. How many red counters are there?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769864"/>
            <a:ext cx="4640580" cy="104698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74352" y="5843016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829300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money in the ratio 11:7. A receives £64 more than B. How much does B receive?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816852"/>
            <a:ext cx="4640580" cy="10469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7472" y="689000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876288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£208 in the ratio 9:7. How much does A receive?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816852"/>
            <a:ext cx="4640580" cy="10469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10912" y="689000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876288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counters are in the ratio 9:7. There are 117 red counters. How many counters are there altogether?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816852"/>
            <a:ext cx="4640580" cy="10469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74352" y="6890004"/>
            <a:ext cx="27432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876288"/>
            <a:ext cx="4261104" cy="928115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and B share money in the ratio 12:5. A receives £98 more than B. Find the total amount.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Ratio — sharing and missing amounts</dc:title>
  <dc:subject/>
  <dc:creator>Maths teaching resources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