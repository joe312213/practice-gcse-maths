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 assessment; no hints or answers on question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| Label | Thread 1: Guided | Thread 2: Core | Thread 3: Depth |</a:t>
            </a:r>
          </a:p>
          <a:p>
            <a:r>
              <a:t>| --- | --- | --- | --- |</a:t>
            </a:r>
          </a:p>
          <a:p>
            <a:r>
              <a:t>| Answer | 3 | −3 | 1 |</a:t>
            </a:r>
          </a:p>
          <a:p>
            <a:r>
              <a:t>| Method | −6 + 6 + 3 = 3; check 3 − 9 = −6. | 4 + (−7) = 4 − 7 = −3; check −3 + 7 = 4. | −8 + 5 + 4 = −3 + 4 = 1; check 1 − 4 − 5 = −8. |</a:t>
            </a:r>
          </a:p>
          <a:p>
            <a:r>
              <a:t>| If you got… | −15: check whether you used −6 − 9 = −15. Instead, adding positive 9 means moving right. | 11: check whether you used 4 + 7 = 11. Instead, the added number is negative. | −7: check whether you used −8 + 5 − 4 = −7. Instead, subtracting −4 means adding 4. |</a:t>
            </a:r>
          </a:p>
          <a:p>
            <a:r>
              <a:t>| Check | Compare your steps with the method above. Correct the first wrong step and redo the calculation. | Compare your steps with the method above. Correct the first wrong step and redo the calculation. | Compare your steps with the method above. Correct the first wrong step and redo the calculation.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| Label | Thread 1: Guided | Thread 2: Core | Thread 3: Depth |</a:t>
            </a:r>
          </a:p>
          <a:p>
            <a:r>
              <a:t>| --- | --- | --- | --- |</a:t>
            </a:r>
          </a:p>
          <a:p>
            <a:r>
              <a:t>| Answer | −5 | 4 | −3 |</a:t>
            </a:r>
          </a:p>
          <a:p>
            <a:r>
              <a:t>| Method | 3 + (−8) = −5; check −5 + 8 = 3. | −5 + 9 = 4; check 4 + (−9) = −5. | 7 + 2 − 12 = 9 − 12 = −3; check −3 + 12 − 2 = 7. |</a:t>
            </a:r>
          </a:p>
          <a:p>
            <a:r>
              <a:t>| If you got… | 5: check whether you used 8 − 3 = 5. Instead, keep the original order: 3 − 8. | −14: check whether you used −5 − 9 = −14. Instead, subtracting −9 means adding 9. | −7: check whether you used 7 − 2 − 12 = −7. Instead, subtracting −2 means adding 2. |</a:t>
            </a:r>
          </a:p>
          <a:p>
            <a:r>
              <a:t>| Check | Compare your steps with the method above. Correct the first wrong step and redo the calculation. | Compare your steps with the method above. Correct the first wrong step and redo the calculation. | Compare your steps with the method above. Correct the first wrong step and redo the calculation.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Full-answer page: show all six answers per thread, under **Answer**.</a:t>
            </a:r>
          </a:p>
          <a:p/>
          <a:p>
            <a:r>
              <a:t>| Q | Thread 1: Guided | Thread 2: Core | Thread 3: Depth |</a:t>
            </a:r>
          </a:p>
          <a:p>
            <a:r>
              <a:t>| --- | --- | --- | --- |</a:t>
            </a:r>
          </a:p>
          <a:p>
            <a:r>
              <a:t>| 1 | 5 | 7 | 6 |</a:t>
            </a:r>
          </a:p>
          <a:p>
            <a:r>
              <a:t>| 2 | −5 | −2 | −1 |</a:t>
            </a:r>
          </a:p>
          <a:p>
            <a:r>
              <a:t>| 3 | −2 | −10 | 2 |</a:t>
            </a:r>
          </a:p>
          <a:p>
            <a:r>
              <a:t>| 4 | −7 | −5 | −3 |</a:t>
            </a:r>
          </a:p>
          <a:p>
            <a:r>
              <a:t>| 5 | 0 | 0 | −2 |</a:t>
            </a:r>
          </a:p>
          <a:p>
            <a:r>
              <a:t>| 6 | −6 | −7 | 0 |</a:t>
            </a:r>
          </a:p>
          <a:p/>
          <a:p>
            <a:r>
              <a:t>### Method and error page</a:t>
            </a:r>
          </a:p>
          <a:p/>
          <a:p>
            <a:r>
              <a:t>Show this on a second answer page, with the same thread headings. Question references below are visible student text.</a:t>
            </a:r>
          </a:p>
          <a:p/>
          <a:p>
            <a:r>
              <a:t>| Label | Thread 1: Guided | Thread 2: Core | Thread 3: Depth |</a:t>
            </a:r>
          </a:p>
          <a:p>
            <a:r>
              <a:t>| --- | --- | --- | --- |</a:t>
            </a:r>
          </a:p>
          <a:p>
            <a:r>
              <a:t>| Method | Q3: −6 + 4 = −2; move four places right. | Q3: −4 + (−6) = −10; move six places left. | Q6: 3 − 8 + 5 = −5 + 5 = 0. |</a:t>
            </a:r>
          </a:p>
          <a:p>
            <a:r>
              <a:t>| If you got… | Q3: 2 — you may have calculated 6 − 4 = 2. The result stays negative because four steps do not reach zero. | Q3: 10 — you may have calculated 4 + 6 = 10. Both numbers are negative; adding −6 moves further left. | Q6: −10 — you may have calculated 3 − 8 − 5 = −10. Subtracting −5 means adding 5. |</a:t>
            </a:r>
          </a:p>
          <a:p>
            <a:r>
              <a:t>| Check | Q3: −2 − 4 = −6. Correct the first wrong step and redo the question. | Q3: −10 + 6 = −4. Correct the first wrong step and redo the question. | Q6: 0 − 5 = −5; −5 + 8 = 3. Correct the first wrong step and redo the question.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Full-answer page: show all six answers per thread, under **Answer**.</a:t>
            </a:r>
          </a:p>
          <a:p/>
          <a:p>
            <a:r>
              <a:t>| Q | Thread 1: Guided | Thread 2: Core | Thread 3: Depth |</a:t>
            </a:r>
          </a:p>
          <a:p>
            <a:r>
              <a:t>| --- | --- | --- | --- |</a:t>
            </a:r>
          </a:p>
          <a:p>
            <a:r>
              <a:t>| 1 | −10 | 13 | −1 |</a:t>
            </a:r>
          </a:p>
          <a:p>
            <a:r>
              <a:t>| 2 | 0 | −13 | 0 |</a:t>
            </a:r>
          </a:p>
          <a:p>
            <a:r>
              <a:t>| 3 | −9 | 9 | 2 |</a:t>
            </a:r>
          </a:p>
          <a:p>
            <a:r>
              <a:t>| 4 | 3 | −5 | −7 |</a:t>
            </a:r>
          </a:p>
          <a:p>
            <a:r>
              <a:t>| 5 | −5 | 5 | 3 |</a:t>
            </a:r>
          </a:p>
          <a:p>
            <a:r>
              <a:t>| 6 | −7 | −4 | −4 |</a:t>
            </a:r>
          </a:p>
          <a:p/>
          <a:p>
            <a:r>
              <a:t>### Method and error page</a:t>
            </a:r>
          </a:p>
          <a:p/>
          <a:p>
            <a:r>
              <a:t>Show this on a second answer page, with the same thread headings. Question references below are visible student text.</a:t>
            </a:r>
          </a:p>
          <a:p/>
          <a:p>
            <a:r>
              <a:t>| Label | Thread 1: Guided | Thread 2: Core | Thread 3: Depth |</a:t>
            </a:r>
          </a:p>
          <a:p>
            <a:r>
              <a:t>| --- | --- | --- | --- |</a:t>
            </a:r>
          </a:p>
          <a:p>
            <a:r>
              <a:t>| Method | Q2: −11 + 11 = 0; the numbers are opposites. | Q3: 0 − (−9) = 0 + 9 = 9. | Q1: −6 + 9 − 4 = 3 − 4 = −1. |</a:t>
            </a:r>
          </a:p>
          <a:p>
            <a:r>
              <a:t>| If you got… | Q2: −22 — you may have calculated −11 − 11 = −22. Adding positive 11 moves right to zero. | Q3: −9 — you may have calculated 0 − 9 = −9. Subtracting −9 moves right, even when starting at zero. | Q1: 7 — you may have calculated −6 + 9 + 4 = 7. The final number being added is −4, not +4. |</a:t>
            </a:r>
          </a:p>
          <a:p>
            <a:r>
              <a:t>| Check | Q2: 0 − 11 = −11. Correct the first wrong step and redo the question. | Q3: 9 + (−9) = 0. Correct the first wrong step and redo the question. | Q1: −1 + 4 = 3; 3 − 9 = −6. Correct the first wrong step and redo the question.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Full-answer page: show all six answers per thread, under **Answer**.</a:t>
            </a:r>
          </a:p>
          <a:p/>
          <a:p>
            <a:r>
              <a:t>| Q | Thread 1: Guided | Thread 2: Core | Thread 3: Depth |</a:t>
            </a:r>
          </a:p>
          <a:p>
            <a:r>
              <a:t>| --- | --- | --- | --- |</a:t>
            </a:r>
          </a:p>
          <a:p>
            <a:r>
              <a:t>| 1 | 4 | −11 | −6 |</a:t>
            </a:r>
          </a:p>
          <a:p>
            <a:r>
              <a:t>| 2 | −9 | 13 | 0 |</a:t>
            </a:r>
          </a:p>
          <a:p>
            <a:r>
              <a:t>| 3 | −4 | −3 | 11 |</a:t>
            </a:r>
          </a:p>
          <a:p>
            <a:r>
              <a:t>| 4 | −5 | −5 | −5 |</a:t>
            </a:r>
          </a:p>
          <a:p>
            <a:r>
              <a:t>| 5 | −9 | 6 | 5 |</a:t>
            </a:r>
          </a:p>
          <a:p>
            <a:r>
              <a:t>| 6 | 0 | −5 | −5 |</a:t>
            </a:r>
          </a:p>
          <a:p/>
          <a:p>
            <a:r>
              <a:t>### Method and error page</a:t>
            </a:r>
          </a:p>
          <a:p/>
          <a:p>
            <a:r>
              <a:t>Show this on a second answer page, with the same thread headings. Question references below are visible student text.</a:t>
            </a:r>
          </a:p>
          <a:p/>
          <a:p>
            <a:r>
              <a:t>| Label | Thread 1: Guided | Thread 2: Core | Thread 3: Depth |</a:t>
            </a:r>
          </a:p>
          <a:p>
            <a:r>
              <a:t>| --- | --- | --- | --- |</a:t>
            </a:r>
          </a:p>
          <a:p>
            <a:r>
              <a:t>| Method | Q2: −5 − 4 = −9; move four places left. | Q5: −4 − (−10) = −4 + 10 = 6. | Q2: 6 − 9 + 3 = −3 + 3 = 0. |</a:t>
            </a:r>
          </a:p>
          <a:p>
            <a:r>
              <a:t>| If you got… | Q2: −1 — you may have calculated −5 + 4 = −1. Subtracting positive 4 moves left. | Q5: −14 — you may have calculated −4 − 10 = −14. Subtracting −10 means adding 10; this crosses zero. | Q2: −6 — you may have calculated 6 − 9 − 3 = −6. Keep the intermediate −3; subtracting −3 then adds 3. |</a:t>
            </a:r>
          </a:p>
          <a:p>
            <a:r>
              <a:t>| Check | Q2: −9 + 4 = −5. Correct the first wrong step and redo the question. | Q5: 6 + (−10) = −4. Correct the first wrong step and redo the question. | Q2: 0 − 3 = −3; −3 + 9 = 6. Correct the first wrong step and redo the question.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Full-answer page: show all six answers per thread, under **Answer**.</a:t>
            </a:r>
          </a:p>
          <a:p/>
          <a:p>
            <a:r>
              <a:t>| Q | Thread 1: Guided | Thread 2: Core | Thread 3: Depth |</a:t>
            </a:r>
          </a:p>
          <a:p>
            <a:r>
              <a:t>| --- | --- | --- | --- |</a:t>
            </a:r>
          </a:p>
          <a:p>
            <a:r>
              <a:t>| 1 | −5 | 6 | 3 |</a:t>
            </a:r>
          </a:p>
          <a:p>
            <a:r>
              <a:t>| 2 | −7 | −3 | −3 |</a:t>
            </a:r>
          </a:p>
          <a:p>
            <a:r>
              <a:t>| 3 | −14 | −8 | 0 |</a:t>
            </a:r>
          </a:p>
          <a:p>
            <a:r>
              <a:t>| 4 | 5 | 5 | −6 |</a:t>
            </a:r>
          </a:p>
          <a:p>
            <a:r>
              <a:t>| 5 | 0 | 15 | −7 |</a:t>
            </a:r>
          </a:p>
          <a:p>
            <a:r>
              <a:t>| 6 | −5 | −13 | 3 |</a:t>
            </a:r>
          </a:p>
          <a:p/>
          <a:p>
            <a:r>
              <a:t>### Method and error page</a:t>
            </a:r>
          </a:p>
          <a:p/>
          <a:p>
            <a:r>
              <a:t>Show this on a second answer page, with the same thread headings. Question references below are visible student text.</a:t>
            </a:r>
          </a:p>
          <a:p/>
          <a:p>
            <a:r>
              <a:t>| Label | Thread 1: Guided | Thread 2: Core | Thread 3: Depth |</a:t>
            </a:r>
          </a:p>
          <a:p>
            <a:r>
              <a:t>| --- | --- | --- | --- |</a:t>
            </a:r>
          </a:p>
          <a:p>
            <a:r>
              <a:t>| Method | Q6: 8 − 13 = −5; keep the subtraction in its original order. | Q6: −4 + (−9) = −13. | Q4: 5 − 13 + 2 = −8 + 2 = −6. |</a:t>
            </a:r>
          </a:p>
          <a:p>
            <a:r>
              <a:t>| If you got… | Q6: 5 — you may have calculated 13 − 8 = 5. Do not swap the numbers to avoid a negative result. | Q6: −5 — you may have calculated 4 − 9 = −5. Keep the initial negative sign; both added numbers are negative. | Q4: −10 — you may have calculated 5 − 13 − 2 = −10. Subtracting −2 means adding 2. |</a:t>
            </a:r>
          </a:p>
          <a:p>
            <a:r>
              <a:t>| Check | Q6: −5 + 13 = 8. Correct the first wrong step and redo the question. | Q6: −13 + 9 = −4. Correct the first wrong step and redo the question. | Q4: −6 − 2 = −8; −8 + 13 = 5. Correct the first wrong step and redo the question.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—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M13-IA-A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1.  −2 + 9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651760"/>
            <a:ext cx="6309360" cy="12344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Answer: 7</a:t>
            </a:r>
          </a:p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−2 + 2 + 7 = 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695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2.  6 − 11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2651760"/>
            <a:ext cx="6309360" cy="12344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Answer: −5</a:t>
            </a:r>
          </a:p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6 − 6 − 5 = −5.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3.  −7 − (−10)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440680"/>
            <a:ext cx="6309360" cy="12344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Answer: 3</a:t>
            </a:r>
          </a:p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−7 + 10 = 3.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4.  5 + (−9) − (−6)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5440680"/>
            <a:ext cx="6309360" cy="12344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Answer: 2</a:t>
            </a:r>
          </a:p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5 − 9 + 6 = −4 + 6 = 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• Step-by-step practice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M13-S02-A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6008" cy="59436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436168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−6 + 9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4361688" cy="7315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Answer: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49039"/>
            <a:ext cx="4361688" cy="3291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−6 + 6 + 3 = 3; check 3 − 9 = −6.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645920"/>
            <a:ext cx="4636008" cy="59436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828800"/>
            <a:ext cx="436168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4 + (−7)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743200"/>
            <a:ext cx="4361688" cy="7315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Answer: −3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749039"/>
            <a:ext cx="4361688" cy="3291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 + (−7) = 4 − 7 = −3; check −3 + 7 = 4.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20" y="1645920"/>
            <a:ext cx="4636008" cy="59436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828800"/>
            <a:ext cx="436168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−8 + 5 − (−4)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743200"/>
            <a:ext cx="4361688" cy="7315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Answer: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749039"/>
            <a:ext cx="4361688" cy="3291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−8 + 5 + 4 = −3 + 4 = 1; check 1 − 4 − 5 = −8.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Check your method •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M13-S02-B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−6 + 6 + 3 = 3; check 3 − 9 = −6.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−15: check whether you used −6 − 9 = −15. Instead, adding positive 9 means moving right.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Compare your steps with the method above. Correct the first wrong step and redo the calculation.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 + (−7) = 4 − 7 = −3; check −3 + 7 = 4.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11: check whether you used 4 + 7 = 11. Instead, the added number is negative.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Compare your steps with the method above. Correct the first wrong step and redo the calculation.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−8 + 5 + 4 = −3 + 4 = 1; check 1 − 4 − 5 = −8.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−7: check whether you used −8 + 5 − 4 = −7. Instead, subtracting −4 means adding 4.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Compare your steps with the method above. Correct the first wrong step and redo the calculation.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• Step-by-step practice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M13-S03-A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6008" cy="59436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436168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3 − 8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4361688" cy="7315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Answer: −5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49039"/>
            <a:ext cx="4361688" cy="3291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 + (−8) = −5; check −5 + 8 = 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645920"/>
            <a:ext cx="4636008" cy="59436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828800"/>
            <a:ext cx="436168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−5 − (−9)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743200"/>
            <a:ext cx="4361688" cy="7315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Answer: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749039"/>
            <a:ext cx="4361688" cy="3291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−5 + 9 = 4; check 4 + (−9) = −5.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20" y="1645920"/>
            <a:ext cx="4636008" cy="59436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828800"/>
            <a:ext cx="436168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7 − (−2) + (−12)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743200"/>
            <a:ext cx="4361688" cy="7315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Answer: −3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749039"/>
            <a:ext cx="4361688" cy="3291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 + 2 − 12 = 9 − 12 = −3; check −3 + 12 − 2 = 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Check your method •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M13-S03-B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+ (−8) = −5; check −5 + 8 = 3.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5: check whether you used 8 − 3 = 5. Instead, keep the original order: 3 − 8.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Compare your steps with the method above. Correct the first wrong step and redo the calculation.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−5 + 9 = 4; check 4 + (−9) = −5.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−14: check whether you used −5 − 9 = −14. Instead, subtracting −9 means adding 9.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Compare your steps with the method above. Correct the first wrong step and redo the calculation.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7 + 2 − 12 = 9 − 12 = −3; check −3 + 12 − 2 = 7.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−7: check whether you used 7 − 2 − 12 = −7. Instead, subtracting −2 means adding 2.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Compare your steps with the method above. Correct the first wrong step and redo the calculation.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• Independent practice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M13-S04-A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1.  5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82880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1.  7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82880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1.  6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4640580" cy="94183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70632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2.  −5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51176"/>
            <a:ext cx="4640580" cy="94183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770632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2.  −2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51176"/>
            <a:ext cx="4640580" cy="94183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770632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2.  −1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93008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712464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3.  −2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493008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3712464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3.  −10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493008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3712464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3.  2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434840"/>
            <a:ext cx="4640580" cy="94183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654296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4.  −7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434840"/>
            <a:ext cx="4640580" cy="94183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4654296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4.  −5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434840"/>
            <a:ext cx="4640580" cy="94183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4654296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4.  −3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376672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596128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5.  0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376672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5596128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5.  0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376672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5596128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5.  −2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318504"/>
            <a:ext cx="4640580" cy="94183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3796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6.  −6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318504"/>
            <a:ext cx="4640580" cy="94183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653796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6.  −7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318504"/>
            <a:ext cx="4640580" cy="94183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0" y="653796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6.  0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Check your method •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M13-S04-B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Q3: −6 + 4 = −2; move four places right.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Q3: 2 — you may have calculated 6 − 4 = 2. The result stays negative because four steps do not reach zero.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Q3: −2 − 4 = −6. Correct the first wrong step and redo the question.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Q3: −4 + (−6) = −10; move six places left.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Q3: 10 — you may have calculated 4 + 6 = 10. Both numbers are negative; adding −6 moves further left.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Q3: −10 + 6 = −4. Correct the first wrong step and redo the question.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Q6: 3 − 8 + 5 = −5 + 5 = 0.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Q6: −10 — you may have calculated 3 − 8 − 5 = −10. Subtracting −5 means adding 5.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Q6: 0 − 5 = −5; −5 + 8 = 3. Correct the first wrong step and redo the question.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• Independent practice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M13-S05-A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1.  −10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82880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1.  13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82880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1.  −1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4640580" cy="94183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70632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2.  0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51176"/>
            <a:ext cx="4640580" cy="94183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770632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2.  −13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51176"/>
            <a:ext cx="4640580" cy="94183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770632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2.  0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93008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712464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3.  −9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493008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3712464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3.  9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493008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3712464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3.  2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434840"/>
            <a:ext cx="4640580" cy="94183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654296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4.  3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434840"/>
            <a:ext cx="4640580" cy="94183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4654296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4.  −5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434840"/>
            <a:ext cx="4640580" cy="94183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4654296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4.  −7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376672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596128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5.  −5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376672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5596128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5.  5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376672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5596128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5.  3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318504"/>
            <a:ext cx="4640580" cy="94183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3796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6.  −7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318504"/>
            <a:ext cx="4640580" cy="94183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653796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6.  −4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318504"/>
            <a:ext cx="4640580" cy="94183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0" y="653796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6.  −4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Check your method •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M13-S05-B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Q2: −11 + 11 = 0; the numbers are opposites.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Q2: −22 — you may have calculated −11 − 11 = −22. Adding positive 11 moves right to zero.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Q2: 0 − 11 = −11. Correct the first wrong step and redo the question.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Q3: 0 − (−9) = 0 + 9 = 9.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Q3: −9 — you may have calculated 0 − 9 = −9. Subtracting −9 moves right, even when starting at zero.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Q3: 9 + (−9) = 0. Correct the first wrong step and redo the question.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Q1: −6 + 9 − 4 = 3 − 4 = −1.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Q1: 7 — you may have calculated −6 + 9 + 4 = 7. The final number being added is −4, not +4.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Q1: −1 + 4 = 3; 3 − 9 = −6. Correct the first wrong step and redo the question.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• Independent practice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M13-S06-A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1.  4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82880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1.  −11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82880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1.  −6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4640580" cy="94183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70632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2.  −9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51176"/>
            <a:ext cx="4640580" cy="94183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770632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2.  13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51176"/>
            <a:ext cx="4640580" cy="94183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770632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2.  0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93008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712464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3.  −4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493008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3712464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3.  −3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493008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3712464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3.  11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434840"/>
            <a:ext cx="4640580" cy="94183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654296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4.  −5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434840"/>
            <a:ext cx="4640580" cy="94183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4654296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4.  −5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434840"/>
            <a:ext cx="4640580" cy="94183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4654296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4.  −5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376672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596128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5.  −9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376672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5596128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5.  6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376672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5596128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5.  5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318504"/>
            <a:ext cx="4640580" cy="94183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3796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6.  0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318504"/>
            <a:ext cx="4640580" cy="94183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653796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6.  −5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318504"/>
            <a:ext cx="4640580" cy="94183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0" y="653796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6.  −5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Check your method •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M13-S06-B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Q2: −5 − 4 = −9; move four places left.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Q2: −1 — you may have calculated −5 + 4 = −1. Subtracting positive 4 moves left.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Q2: −9 + 4 = −5. Correct the first wrong step and redo the question.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Q5: −4 − (−10) = −4 + 10 = 6.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Q5: −14 — you may have calculated −4 − 10 = −14. Subtracting −10 means adding 10; this crosses zero.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Q5: 6 + (−10) = −4. Correct the first wrong step and redo the question.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Q2: 6 − 9 + 3 = −3 + 3 = 0.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Q2: −6 — you may have calculated 6 − 9 − 3 = −6. Keep the intermediate −3; subtracting −3 then adds 3.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Q2: 0 − 3 = −3; −3 + 9 = 6. Correct the first wrong step and redo the question.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• Independent practice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M13-S07-A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1.  −5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82880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1.  6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82880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1.  3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4640580" cy="94183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70632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2.  −7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51176"/>
            <a:ext cx="4640580" cy="94183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770632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2.  −3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51176"/>
            <a:ext cx="4640580" cy="94183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770632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2.  −3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93008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712464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3.  −14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493008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3712464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3.  −8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493008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3712464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3.  0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434840"/>
            <a:ext cx="4640580" cy="94183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654296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4.  5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434840"/>
            <a:ext cx="4640580" cy="94183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4654296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4.  5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434840"/>
            <a:ext cx="4640580" cy="94183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4654296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4.  −6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376672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596128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5.  0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376672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5596128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5.  15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376672"/>
            <a:ext cx="464058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5596128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5.  −7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318504"/>
            <a:ext cx="4640580" cy="94183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3796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6B73"/>
                </a:solidFill>
                <a:latin typeface="Arial"/>
              </a:defRPr>
            </a:pPr>
            <a:r>
              <a:t>6.  −5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318504"/>
            <a:ext cx="4640580" cy="94183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653796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9A2"/>
                </a:solidFill>
                <a:latin typeface="Arial"/>
              </a:defRPr>
            </a:pPr>
            <a:r>
              <a:t>6.  −13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318504"/>
            <a:ext cx="4640580" cy="94183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0" y="6537960"/>
            <a:ext cx="4370832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54B87"/>
                </a:solidFill>
                <a:latin typeface="Arial"/>
              </a:defRPr>
            </a:pPr>
            <a:r>
              <a:t>6.  3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Check your method •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M13-S07-B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Q6: 8 − 13 = −5; keep the subtraction in its original order.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Q6: 5 — you may have calculated 13 − 8 = 5. Do not swap the numbers to avoid a negative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Q6: −5 + 13 = 8. Correct the first wrong step and redo the question.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Q6: −4 + (−9) = −13.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Q6: −5 — you may have calculated 4 − 9 = −5. Keep the initial negative sign; both added numbers are negative.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Q6: −13 + 9 = −4. Correct the first wrong step and redo the question.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Q4: 5 − 13 + 2 = −8 + 2 = −6.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Q4: −10 — you may have calculated 5 − 13 − 2 = −10. Subtracting −2 means adding 2.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Q4: −6 − 2 = −8; −8 + 13 = 5. Correct the first wrong step and redo the question.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