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00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002.xml"/><Relationship Id="rId10" Type="http://schemas.openxmlformats.org/officeDocument/2006/relationships/slide" Target="slides/slide1003.xml"/><Relationship Id="rId11" Type="http://schemas.openxmlformats.org/officeDocument/2006/relationships/slide" Target="slides/slide1004.xml"/><Relationship Id="rId12" Type="http://schemas.openxmlformats.org/officeDocument/2006/relationships/slide" Target="slides/slide1005.xml"/><Relationship Id="rId13" Type="http://schemas.openxmlformats.org/officeDocument/2006/relationships/slide" Target="slides/slide1006.xml"/><Relationship Id="rId14" Type="http://schemas.openxmlformats.org/officeDocument/2006/relationships/slide" Target="slides/slide1007.xml"/><Relationship Id="rId15" Type="http://schemas.openxmlformats.org/officeDocument/2006/relationships/slide" Target="slides/slide1008.xml"/><Relationship Id="rId16" Type="http://schemas.openxmlformats.org/officeDocument/2006/relationships/slide" Target="slides/slide100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−3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4 − 9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4 − 9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−4 − 6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4 + 6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6 + (−10)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4856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+ (−10)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856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 + 10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4856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−6 − (−18)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856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−6 − (−18)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856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−6 − 18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4856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6256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856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(−4)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856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4856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7024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5624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(−7) + (−6)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5624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+ 7 + 6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 + 6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5624" y="32735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7024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5624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8 + (−12) − (−5)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45624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8 − 12 − 5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5624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−4 − 5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5624" y="527608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−9 − 6 + 18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5624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−9 − 6 + 18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624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+ 18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624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15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