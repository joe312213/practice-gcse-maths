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00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002.xml"/><Relationship Id="rId10" Type="http://schemas.openxmlformats.org/officeDocument/2006/relationships/slide" Target="slides/slide1003.xml"/><Relationship Id="rId11" Type="http://schemas.openxmlformats.org/officeDocument/2006/relationships/slide" Target="slides/slide1004.xml"/><Relationship Id="rId12" Type="http://schemas.openxmlformats.org/officeDocument/2006/relationships/slide" Target="slides/slide1005.xml"/><Relationship Id="rId13" Type="http://schemas.openxmlformats.org/officeDocument/2006/relationships/slide" Target="slides/slide1006.xml"/><Relationship Id="rId14" Type="http://schemas.openxmlformats.org/officeDocument/2006/relationships/slide" Target="slides/slide1007.xml"/><Relationship Id="rId15" Type="http://schemas.openxmlformats.org/officeDocument/2006/relationships/slide" Target="slides/slide1008.xml"/><Relationship Id="rId16" Type="http://schemas.openxmlformats.org/officeDocument/2006/relationships/slide" Target="slides/slide1001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04288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Start at −3; move 5 left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−3 − 5 = −8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4 − 7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306824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Larger minus smaller: 7 − 4 = 3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−2 − 4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309359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minus signs make plus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 + 4 = 6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6 + (−9)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304288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Adding means move right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 + 9 = 15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−5 − (−3)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306824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Remove the brackets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−5 − 3 = −8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309359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negatives make positive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 + 4 = 11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304288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−4 + 7 + 6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+ 6 = 9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306824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8 − 12 − 5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−4 − 5 = −9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−9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−9 − 4 + 10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309359"/>
            <a:ext cx="4383024" cy="13167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−9 − 4 = −5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−5 + 10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5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