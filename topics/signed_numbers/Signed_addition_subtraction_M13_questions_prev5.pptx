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4028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3076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02124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1172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80221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6624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5910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5197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4483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3769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8305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